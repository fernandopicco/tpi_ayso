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96" r:id="rId5"/>
    <p:sldId id="297" r:id="rId6"/>
    <p:sldId id="298" r:id="rId7"/>
    <p:sldId id="299" r:id="rId8"/>
    <p:sldId id="300" r:id="rId9"/>
    <p:sldId id="301" r:id="rId10"/>
    <p:sldId id="303" r:id="rId11"/>
    <p:sldId id="304" r:id="rId12"/>
    <p:sldId id="305" r:id="rId13"/>
    <p:sldId id="306" r:id="rId14"/>
    <p:sldId id="307" r:id="rId15"/>
    <p:sldId id="308" r:id="rId16"/>
    <p:sldId id="309" r:id="rId17"/>
    <p:sldId id="310"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gl0P7s1/Ed8pVtAsBCJrgShgzgt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E29139-1EB2-480C-80A7-B64A7899569C}" v="66" dt="2025-11-22T04:55:12.10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1236"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nando Picco" userId="f8f2f64ecb73234d" providerId="LiveId" clId="{7A76FBD0-5BE9-4AD5-8E91-CC2992459D95}"/>
    <pc:docChg chg="undo redo custSel addSld delSld modSld sldOrd">
      <pc:chgData name="Fernando Picco" userId="f8f2f64ecb73234d" providerId="LiveId" clId="{7A76FBD0-5BE9-4AD5-8E91-CC2992459D95}" dt="2025-11-22T05:07:07.573" v="10138" actId="2696"/>
      <pc:docMkLst>
        <pc:docMk/>
      </pc:docMkLst>
      <pc:sldChg chg="addSp delSp modSp mod modTransition modAnim">
        <pc:chgData name="Fernando Picco" userId="f8f2f64ecb73234d" providerId="LiveId" clId="{7A76FBD0-5BE9-4AD5-8E91-CC2992459D95}" dt="2025-11-21T21:43:15.234" v="8378" actId="1036"/>
        <pc:sldMkLst>
          <pc:docMk/>
          <pc:sldMk cId="0" sldId="256"/>
        </pc:sldMkLst>
        <pc:spChg chg="mod">
          <ac:chgData name="Fernando Picco" userId="f8f2f64ecb73234d" providerId="LiveId" clId="{7A76FBD0-5BE9-4AD5-8E91-CC2992459D95}" dt="2025-11-03T16:17:58.280" v="269" actId="20577"/>
          <ac:spMkLst>
            <pc:docMk/>
            <pc:sldMk cId="0" sldId="256"/>
            <ac:spMk id="90" creationId="{00000000-0000-0000-0000-000000000000}"/>
          </ac:spMkLst>
        </pc:spChg>
        <pc:spChg chg="mod">
          <ac:chgData name="Fernando Picco" userId="f8f2f64ecb73234d" providerId="LiveId" clId="{7A76FBD0-5BE9-4AD5-8E91-CC2992459D95}" dt="2025-11-21T19:45:05.788" v="8347" actId="20577"/>
          <ac:spMkLst>
            <pc:docMk/>
            <pc:sldMk cId="0" sldId="256"/>
            <ac:spMk id="91" creationId="{00000000-0000-0000-0000-000000000000}"/>
          </ac:spMkLst>
        </pc:spChg>
        <pc:spChg chg="mod">
          <ac:chgData name="Fernando Picco" userId="f8f2f64ecb73234d" providerId="LiveId" clId="{7A76FBD0-5BE9-4AD5-8E91-CC2992459D95}" dt="2025-11-21T19:44:42.562" v="8278"/>
          <ac:spMkLst>
            <pc:docMk/>
            <pc:sldMk cId="0" sldId="256"/>
            <ac:spMk id="92" creationId="{00000000-0000-0000-0000-000000000000}"/>
          </ac:spMkLst>
        </pc:spChg>
        <pc:spChg chg="mod">
          <ac:chgData name="Fernando Picco" userId="f8f2f64ecb73234d" providerId="LiveId" clId="{7A76FBD0-5BE9-4AD5-8E91-CC2992459D95}" dt="2025-11-13T14:32:34.993" v="457" actId="1035"/>
          <ac:spMkLst>
            <pc:docMk/>
            <pc:sldMk cId="0" sldId="256"/>
            <ac:spMk id="93" creationId="{00000000-0000-0000-0000-000000000000}"/>
          </ac:spMkLst>
        </pc:spChg>
        <pc:spChg chg="mod">
          <ac:chgData name="Fernando Picco" userId="f8f2f64ecb73234d" providerId="LiveId" clId="{7A76FBD0-5BE9-4AD5-8E91-CC2992459D95}" dt="2025-11-21T19:45:33.675" v="8368" actId="20577"/>
          <ac:spMkLst>
            <pc:docMk/>
            <pc:sldMk cId="0" sldId="256"/>
            <ac:spMk id="94" creationId="{00000000-0000-0000-0000-000000000000}"/>
          </ac:spMkLst>
        </pc:spChg>
        <pc:spChg chg="mod">
          <ac:chgData name="Fernando Picco" userId="f8f2f64ecb73234d" providerId="LiveId" clId="{7A76FBD0-5BE9-4AD5-8E91-CC2992459D95}" dt="2025-11-21T21:43:15.234" v="8378" actId="1036"/>
          <ac:spMkLst>
            <pc:docMk/>
            <pc:sldMk cId="0" sldId="256"/>
            <ac:spMk id="97" creationId="{00000000-0000-0000-0000-000000000000}"/>
          </ac:spMkLst>
        </pc:spChg>
      </pc:sldChg>
      <pc:sldChg chg="addSp delSp modSp mod modTransition modAnim">
        <pc:chgData name="Fernando Picco" userId="f8f2f64ecb73234d" providerId="LiveId" clId="{7A76FBD0-5BE9-4AD5-8E91-CC2992459D95}" dt="2025-11-22T02:48:04.658" v="8383" actId="114"/>
        <pc:sldMkLst>
          <pc:docMk/>
          <pc:sldMk cId="0" sldId="257"/>
        </pc:sldMkLst>
        <pc:spChg chg="add del mod">
          <ac:chgData name="Fernando Picco" userId="f8f2f64ecb73234d" providerId="LiveId" clId="{7A76FBD0-5BE9-4AD5-8E91-CC2992459D95}" dt="2025-11-22T02:48:04.658" v="8383" actId="114"/>
          <ac:spMkLst>
            <pc:docMk/>
            <pc:sldMk cId="0" sldId="257"/>
            <ac:spMk id="2" creationId="{8D48C8A7-A1FE-65E6-70D9-6639326B8FF1}"/>
          </ac:spMkLst>
        </pc:spChg>
        <pc:spChg chg="mod">
          <ac:chgData name="Fernando Picco" userId="f8f2f64ecb73234d" providerId="LiveId" clId="{7A76FBD0-5BE9-4AD5-8E91-CC2992459D95}" dt="2025-11-13T14:43:28.789" v="973" actId="255"/>
          <ac:spMkLst>
            <pc:docMk/>
            <pc:sldMk cId="0" sldId="257"/>
            <ac:spMk id="104" creationId="{00000000-0000-0000-0000-000000000000}"/>
          </ac:spMkLst>
        </pc:spChg>
      </pc:sldChg>
      <pc:sldChg chg="addSp delSp modSp mod modTransition modAnim">
        <pc:chgData name="Fernando Picco" userId="f8f2f64ecb73234d" providerId="LiveId" clId="{7A76FBD0-5BE9-4AD5-8E91-CC2992459D95}" dt="2025-11-22T02:59:31.343" v="8549" actId="20577"/>
        <pc:sldMkLst>
          <pc:docMk/>
          <pc:sldMk cId="0" sldId="258"/>
        </pc:sldMkLst>
        <pc:spChg chg="add del mod">
          <ac:chgData name="Fernando Picco" userId="f8f2f64ecb73234d" providerId="LiveId" clId="{7A76FBD0-5BE9-4AD5-8E91-CC2992459D95}" dt="2025-11-22T02:54:37.369" v="8438" actId="478"/>
          <ac:spMkLst>
            <pc:docMk/>
            <pc:sldMk cId="0" sldId="258"/>
            <ac:spMk id="6" creationId="{92463AEC-CBBB-138D-AA56-C9951163D3EA}"/>
          </ac:spMkLst>
        </pc:spChg>
        <pc:spChg chg="add mod">
          <ac:chgData name="Fernando Picco" userId="f8f2f64ecb73234d" providerId="LiveId" clId="{7A76FBD0-5BE9-4AD5-8E91-CC2992459D95}" dt="2025-11-22T02:56:21.937" v="8456" actId="14100"/>
          <ac:spMkLst>
            <pc:docMk/>
            <pc:sldMk cId="0" sldId="258"/>
            <ac:spMk id="7" creationId="{9EBA79AA-0723-3A4F-D59C-AB0B73BBF15B}"/>
          </ac:spMkLst>
        </pc:spChg>
        <pc:spChg chg="add mod">
          <ac:chgData name="Fernando Picco" userId="f8f2f64ecb73234d" providerId="LiveId" clId="{7A76FBD0-5BE9-4AD5-8E91-CC2992459D95}" dt="2025-11-22T02:57:42.415" v="8505" actId="1076"/>
          <ac:spMkLst>
            <pc:docMk/>
            <pc:sldMk cId="0" sldId="258"/>
            <ac:spMk id="8" creationId="{877A4326-371A-CD02-33E7-FD073F46F77B}"/>
          </ac:spMkLst>
        </pc:spChg>
        <pc:spChg chg="add del mod">
          <ac:chgData name="Fernando Picco" userId="f8f2f64ecb73234d" providerId="LiveId" clId="{7A76FBD0-5BE9-4AD5-8E91-CC2992459D95}" dt="2025-11-22T02:49:19.635" v="8428" actId="478"/>
          <ac:spMkLst>
            <pc:docMk/>
            <pc:sldMk cId="0" sldId="258"/>
            <ac:spMk id="9" creationId="{0F72A540-2F5B-48C7-A467-87A8EAEBD698}"/>
          </ac:spMkLst>
        </pc:spChg>
        <pc:spChg chg="add del mod">
          <ac:chgData name="Fernando Picco" userId="f8f2f64ecb73234d" providerId="LiveId" clId="{7A76FBD0-5BE9-4AD5-8E91-CC2992459D95}" dt="2025-11-22T02:49:23.601" v="8429" actId="478"/>
          <ac:spMkLst>
            <pc:docMk/>
            <pc:sldMk cId="0" sldId="258"/>
            <ac:spMk id="10" creationId="{568F413D-49DA-52C2-C473-F74E51FA20BA}"/>
          </ac:spMkLst>
        </pc:spChg>
        <pc:spChg chg="add del mod">
          <ac:chgData name="Fernando Picco" userId="f8f2f64ecb73234d" providerId="LiveId" clId="{7A76FBD0-5BE9-4AD5-8E91-CC2992459D95}" dt="2025-11-22T02:49:23.601" v="8429" actId="478"/>
          <ac:spMkLst>
            <pc:docMk/>
            <pc:sldMk cId="0" sldId="258"/>
            <ac:spMk id="11" creationId="{169BE23F-4B5E-83CE-C977-C9AD24C7EFC4}"/>
          </ac:spMkLst>
        </pc:spChg>
        <pc:spChg chg="add del mod">
          <ac:chgData name="Fernando Picco" userId="f8f2f64ecb73234d" providerId="LiveId" clId="{7A76FBD0-5BE9-4AD5-8E91-CC2992459D95}" dt="2025-11-22T02:49:19.635" v="8428" actId="478"/>
          <ac:spMkLst>
            <pc:docMk/>
            <pc:sldMk cId="0" sldId="258"/>
            <ac:spMk id="12" creationId="{32AF0067-C7A1-87A1-0F46-3EE89B21630B}"/>
          </ac:spMkLst>
        </pc:spChg>
        <pc:spChg chg="add del mod">
          <ac:chgData name="Fernando Picco" userId="f8f2f64ecb73234d" providerId="LiveId" clId="{7A76FBD0-5BE9-4AD5-8E91-CC2992459D95}" dt="2025-11-22T02:49:23.601" v="8429" actId="478"/>
          <ac:spMkLst>
            <pc:docMk/>
            <pc:sldMk cId="0" sldId="258"/>
            <ac:spMk id="13" creationId="{0E2D5FA0-BEC8-8368-02F2-4F0B7B49BC0C}"/>
          </ac:spMkLst>
        </pc:spChg>
        <pc:spChg chg="add del mod">
          <ac:chgData name="Fernando Picco" userId="f8f2f64ecb73234d" providerId="LiveId" clId="{7A76FBD0-5BE9-4AD5-8E91-CC2992459D95}" dt="2025-11-22T02:49:19.635" v="8428" actId="478"/>
          <ac:spMkLst>
            <pc:docMk/>
            <pc:sldMk cId="0" sldId="258"/>
            <ac:spMk id="15" creationId="{12201A44-B256-9EC8-102B-31ACAF29703F}"/>
          </ac:spMkLst>
        </pc:spChg>
        <pc:spChg chg="add mod">
          <ac:chgData name="Fernando Picco" userId="f8f2f64ecb73234d" providerId="LiveId" clId="{7A76FBD0-5BE9-4AD5-8E91-CC2992459D95}" dt="2025-11-22T02:59:31.343" v="8549" actId="20577"/>
          <ac:spMkLst>
            <pc:docMk/>
            <pc:sldMk cId="0" sldId="258"/>
            <ac:spMk id="16" creationId="{1CF37A28-D911-B47F-178D-99A85243194C}"/>
          </ac:spMkLst>
        </pc:spChg>
        <pc:spChg chg="add del mod">
          <ac:chgData name="Fernando Picco" userId="f8f2f64ecb73234d" providerId="LiveId" clId="{7A76FBD0-5BE9-4AD5-8E91-CC2992459D95}" dt="2025-11-22T02:49:17.625" v="8427" actId="478"/>
          <ac:spMkLst>
            <pc:docMk/>
            <pc:sldMk cId="0" sldId="258"/>
            <ac:spMk id="18" creationId="{C5F265B9-7494-CC33-EE64-EBC42DEE7684}"/>
          </ac:spMkLst>
        </pc:spChg>
        <pc:spChg chg="add del mod">
          <ac:chgData name="Fernando Picco" userId="f8f2f64ecb73234d" providerId="LiveId" clId="{7A76FBD0-5BE9-4AD5-8E91-CC2992459D95}" dt="2025-11-22T02:49:19.635" v="8428" actId="478"/>
          <ac:spMkLst>
            <pc:docMk/>
            <pc:sldMk cId="0" sldId="258"/>
            <ac:spMk id="19" creationId="{824055F5-E9A8-CF10-741A-5204DF38EDC9}"/>
          </ac:spMkLst>
        </pc:spChg>
        <pc:spChg chg="add del mod">
          <ac:chgData name="Fernando Picco" userId="f8f2f64ecb73234d" providerId="LiveId" clId="{7A76FBD0-5BE9-4AD5-8E91-CC2992459D95}" dt="2025-11-22T02:49:19.635" v="8428" actId="478"/>
          <ac:spMkLst>
            <pc:docMk/>
            <pc:sldMk cId="0" sldId="258"/>
            <ac:spMk id="20" creationId="{B9F2DD53-C27E-D461-A908-A69B7BE9CDE0}"/>
          </ac:spMkLst>
        </pc:spChg>
        <pc:spChg chg="add del mod">
          <ac:chgData name="Fernando Picco" userId="f8f2f64ecb73234d" providerId="LiveId" clId="{7A76FBD0-5BE9-4AD5-8E91-CC2992459D95}" dt="2025-11-22T02:49:19.635" v="8428" actId="478"/>
          <ac:spMkLst>
            <pc:docMk/>
            <pc:sldMk cId="0" sldId="258"/>
            <ac:spMk id="21" creationId="{8A80E26F-9876-9D45-CBD7-5A90B13990D0}"/>
          </ac:spMkLst>
        </pc:spChg>
        <pc:spChg chg="add del mod">
          <ac:chgData name="Fernando Picco" userId="f8f2f64ecb73234d" providerId="LiveId" clId="{7A76FBD0-5BE9-4AD5-8E91-CC2992459D95}" dt="2025-11-22T02:49:19.635" v="8428" actId="478"/>
          <ac:spMkLst>
            <pc:docMk/>
            <pc:sldMk cId="0" sldId="258"/>
            <ac:spMk id="23" creationId="{7C120320-856E-73D1-A715-34727C02BF44}"/>
          </ac:spMkLst>
        </pc:spChg>
        <pc:spChg chg="add del mod">
          <ac:chgData name="Fernando Picco" userId="f8f2f64ecb73234d" providerId="LiveId" clId="{7A76FBD0-5BE9-4AD5-8E91-CC2992459D95}" dt="2025-11-22T02:49:19.635" v="8428" actId="478"/>
          <ac:spMkLst>
            <pc:docMk/>
            <pc:sldMk cId="0" sldId="258"/>
            <ac:spMk id="24" creationId="{DDB56B70-CF9A-DB98-02A2-B898FDBEE44E}"/>
          </ac:spMkLst>
        </pc:spChg>
        <pc:spChg chg="add del mod">
          <ac:chgData name="Fernando Picco" userId="f8f2f64ecb73234d" providerId="LiveId" clId="{7A76FBD0-5BE9-4AD5-8E91-CC2992459D95}" dt="2025-11-22T02:49:23.601" v="8429" actId="478"/>
          <ac:spMkLst>
            <pc:docMk/>
            <pc:sldMk cId="0" sldId="258"/>
            <ac:spMk id="28" creationId="{8D015D99-3D0A-828E-C7E3-CDCFFA81C6BE}"/>
          </ac:spMkLst>
        </pc:spChg>
        <pc:spChg chg="add del mod">
          <ac:chgData name="Fernando Picco" userId="f8f2f64ecb73234d" providerId="LiveId" clId="{7A76FBD0-5BE9-4AD5-8E91-CC2992459D95}" dt="2025-11-22T02:49:23.601" v="8429" actId="478"/>
          <ac:spMkLst>
            <pc:docMk/>
            <pc:sldMk cId="0" sldId="258"/>
            <ac:spMk id="29" creationId="{7D3C2730-6FF4-B51C-0E00-ED98D32E622B}"/>
          </ac:spMkLst>
        </pc:spChg>
        <pc:spChg chg="add del mod">
          <ac:chgData name="Fernando Picco" userId="f8f2f64ecb73234d" providerId="LiveId" clId="{7A76FBD0-5BE9-4AD5-8E91-CC2992459D95}" dt="2025-11-22T02:49:23.601" v="8429" actId="478"/>
          <ac:spMkLst>
            <pc:docMk/>
            <pc:sldMk cId="0" sldId="258"/>
            <ac:spMk id="30" creationId="{BA2FE5DB-2DFA-69CA-1FF1-956D72F83D5B}"/>
          </ac:spMkLst>
        </pc:spChg>
        <pc:spChg chg="add del mod">
          <ac:chgData name="Fernando Picco" userId="f8f2f64ecb73234d" providerId="LiveId" clId="{7A76FBD0-5BE9-4AD5-8E91-CC2992459D95}" dt="2025-11-22T02:49:19.635" v="8428" actId="478"/>
          <ac:spMkLst>
            <pc:docMk/>
            <pc:sldMk cId="0" sldId="258"/>
            <ac:spMk id="31" creationId="{26696C12-0C5F-7D62-DD66-9FC9A8062B86}"/>
          </ac:spMkLst>
        </pc:spChg>
        <pc:spChg chg="add del mod">
          <ac:chgData name="Fernando Picco" userId="f8f2f64ecb73234d" providerId="LiveId" clId="{7A76FBD0-5BE9-4AD5-8E91-CC2992459D95}" dt="2025-11-22T02:49:19.635" v="8428" actId="478"/>
          <ac:spMkLst>
            <pc:docMk/>
            <pc:sldMk cId="0" sldId="258"/>
            <ac:spMk id="32" creationId="{2DC1B986-1FA7-66B9-6C54-AC75C79B94D6}"/>
          </ac:spMkLst>
        </pc:spChg>
        <pc:spChg chg="add del mod">
          <ac:chgData name="Fernando Picco" userId="f8f2f64ecb73234d" providerId="LiveId" clId="{7A76FBD0-5BE9-4AD5-8E91-CC2992459D95}" dt="2025-11-22T02:49:13.494" v="8423" actId="478"/>
          <ac:spMkLst>
            <pc:docMk/>
            <pc:sldMk cId="0" sldId="258"/>
            <ac:spMk id="33" creationId="{2564AB06-5D34-871C-893C-7CC395E323ED}"/>
          </ac:spMkLst>
        </pc:spChg>
        <pc:spChg chg="add del mod">
          <ac:chgData name="Fernando Picco" userId="f8f2f64ecb73234d" providerId="LiveId" clId="{7A76FBD0-5BE9-4AD5-8E91-CC2992459D95}" dt="2025-11-22T02:49:15.677" v="8426" actId="478"/>
          <ac:spMkLst>
            <pc:docMk/>
            <pc:sldMk cId="0" sldId="258"/>
            <ac:spMk id="34" creationId="{7733CB49-4E0E-FAF4-62BF-CAB45DA71F27}"/>
          </ac:spMkLst>
        </pc:spChg>
        <pc:spChg chg="mod">
          <ac:chgData name="Fernando Picco" userId="f8f2f64ecb73234d" providerId="LiveId" clId="{7A76FBD0-5BE9-4AD5-8E91-CC2992459D95}" dt="2025-11-22T02:48:44.810" v="8421" actId="20577"/>
          <ac:spMkLst>
            <pc:docMk/>
            <pc:sldMk cId="0" sldId="258"/>
            <ac:spMk id="113" creationId="{00000000-0000-0000-0000-000000000000}"/>
          </ac:spMkLst>
        </pc:spChg>
        <pc:picChg chg="add del mod">
          <ac:chgData name="Fernando Picco" userId="f8f2f64ecb73234d" providerId="LiveId" clId="{7A76FBD0-5BE9-4AD5-8E91-CC2992459D95}" dt="2025-11-22T02:49:11.884" v="8422" actId="478"/>
          <ac:picMkLst>
            <pc:docMk/>
            <pc:sldMk cId="0" sldId="258"/>
            <ac:picMk id="3" creationId="{25FEA9DD-B404-11A0-1D87-849CB10114E4}"/>
          </ac:picMkLst>
        </pc:picChg>
        <pc:picChg chg="add mod">
          <ac:chgData name="Fernando Picco" userId="f8f2f64ecb73234d" providerId="LiveId" clId="{7A76FBD0-5BE9-4AD5-8E91-CC2992459D95}" dt="2025-11-22T02:56:12.212" v="8453" actId="14100"/>
          <ac:picMkLst>
            <pc:docMk/>
            <pc:sldMk cId="0" sldId="258"/>
            <ac:picMk id="4" creationId="{17250CD8-0122-A594-0BD0-A3B1214F76A7}"/>
          </ac:picMkLst>
        </pc:picChg>
      </pc:sldChg>
      <pc:sldChg chg="addSp delSp modSp del mod modTransition modAnim">
        <pc:chgData name="Fernando Picco" userId="f8f2f64ecb73234d" providerId="LiveId" clId="{7A76FBD0-5BE9-4AD5-8E91-CC2992459D95}" dt="2025-11-22T04:55:30.898" v="9860" actId="2696"/>
        <pc:sldMkLst>
          <pc:docMk/>
          <pc:sldMk cId="0" sldId="259"/>
        </pc:sldMkLst>
      </pc:sldChg>
      <pc:sldChg chg="addSp delSp modSp del mod modTransition modAnim">
        <pc:chgData name="Fernando Picco" userId="f8f2f64ecb73234d" providerId="LiveId" clId="{7A76FBD0-5BE9-4AD5-8E91-CC2992459D95}" dt="2025-11-22T04:55:40.453" v="9864" actId="2696"/>
        <pc:sldMkLst>
          <pc:docMk/>
          <pc:sldMk cId="0" sldId="260"/>
        </pc:sldMkLst>
      </pc:sldChg>
      <pc:sldChg chg="addSp delSp modSp del mod modTransition modAnim">
        <pc:chgData name="Fernando Picco" userId="f8f2f64ecb73234d" providerId="LiveId" clId="{7A76FBD0-5BE9-4AD5-8E91-CC2992459D95}" dt="2025-11-22T04:55:44.168" v="9866" actId="2696"/>
        <pc:sldMkLst>
          <pc:docMk/>
          <pc:sldMk cId="0" sldId="261"/>
        </pc:sldMkLst>
      </pc:sldChg>
      <pc:sldChg chg="addSp delSp modSp add del mod modTransition modAnim">
        <pc:chgData name="Fernando Picco" userId="f8f2f64ecb73234d" providerId="LiveId" clId="{7A76FBD0-5BE9-4AD5-8E91-CC2992459D95}" dt="2025-11-22T04:55:33.097" v="9861" actId="2696"/>
        <pc:sldMkLst>
          <pc:docMk/>
          <pc:sldMk cId="2738145655" sldId="275"/>
        </pc:sldMkLst>
      </pc:sldChg>
      <pc:sldChg chg="addSp delSp modSp add del mod modTransition modAnim">
        <pc:chgData name="Fernando Picco" userId="f8f2f64ecb73234d" providerId="LiveId" clId="{7A76FBD0-5BE9-4AD5-8E91-CC2992459D95}" dt="2025-11-22T04:55:37.662" v="9863" actId="2696"/>
        <pc:sldMkLst>
          <pc:docMk/>
          <pc:sldMk cId="3465511018" sldId="276"/>
        </pc:sldMkLst>
      </pc:sldChg>
      <pc:sldChg chg="addSp delSp modSp add del mod modTransition modAnim">
        <pc:chgData name="Fernando Picco" userId="f8f2f64ecb73234d" providerId="LiveId" clId="{7A76FBD0-5BE9-4AD5-8E91-CC2992459D95}" dt="2025-11-22T03:44:07.098" v="8846" actId="2696"/>
        <pc:sldMkLst>
          <pc:docMk/>
          <pc:sldMk cId="3449025371" sldId="277"/>
        </pc:sldMkLst>
      </pc:sldChg>
      <pc:sldChg chg="addSp delSp modSp add del mod ord modTransition modAnim">
        <pc:chgData name="Fernando Picco" userId="f8f2f64ecb73234d" providerId="LiveId" clId="{7A76FBD0-5BE9-4AD5-8E91-CC2992459D95}" dt="2025-11-22T04:55:23.867" v="9859" actId="2696"/>
        <pc:sldMkLst>
          <pc:docMk/>
          <pc:sldMk cId="3401530645" sldId="278"/>
        </pc:sldMkLst>
      </pc:sldChg>
      <pc:sldChg chg="addSp delSp modSp add del mod modTransition">
        <pc:chgData name="Fernando Picco" userId="f8f2f64ecb73234d" providerId="LiveId" clId="{7A76FBD0-5BE9-4AD5-8E91-CC2992459D95}" dt="2025-11-22T04:55:53.313" v="9870" actId="2696"/>
        <pc:sldMkLst>
          <pc:docMk/>
          <pc:sldMk cId="3867670909" sldId="279"/>
        </pc:sldMkLst>
      </pc:sldChg>
      <pc:sldChg chg="addSp delSp modSp add del mod modTransition">
        <pc:chgData name="Fernando Picco" userId="f8f2f64ecb73234d" providerId="LiveId" clId="{7A76FBD0-5BE9-4AD5-8E91-CC2992459D95}" dt="2025-11-22T04:56:10.021" v="9875" actId="47"/>
        <pc:sldMkLst>
          <pc:docMk/>
          <pc:sldMk cId="551668388" sldId="280"/>
        </pc:sldMkLst>
      </pc:sldChg>
      <pc:sldChg chg="addSp delSp modSp add del mod modTransition modAnim">
        <pc:chgData name="Fernando Picco" userId="f8f2f64ecb73234d" providerId="LiveId" clId="{7A76FBD0-5BE9-4AD5-8E91-CC2992459D95}" dt="2025-11-22T04:55:35.117" v="9862" actId="2696"/>
        <pc:sldMkLst>
          <pc:docMk/>
          <pc:sldMk cId="4241875617" sldId="281"/>
        </pc:sldMkLst>
      </pc:sldChg>
      <pc:sldChg chg="addSp delSp modSp add del mod modTransition modAnim">
        <pc:chgData name="Fernando Picco" userId="f8f2f64ecb73234d" providerId="LiveId" clId="{7A76FBD0-5BE9-4AD5-8E91-CC2992459D95}" dt="2025-11-22T04:55:46.752" v="9867" actId="2696"/>
        <pc:sldMkLst>
          <pc:docMk/>
          <pc:sldMk cId="1852582348" sldId="282"/>
        </pc:sldMkLst>
      </pc:sldChg>
      <pc:sldChg chg="addSp delSp modSp add del mod modTransition modAnim">
        <pc:chgData name="Fernando Picco" userId="f8f2f64ecb73234d" providerId="LiveId" clId="{7A76FBD0-5BE9-4AD5-8E91-CC2992459D95}" dt="2025-11-22T04:55:48.877" v="9868" actId="2696"/>
        <pc:sldMkLst>
          <pc:docMk/>
          <pc:sldMk cId="2651781810" sldId="283"/>
        </pc:sldMkLst>
      </pc:sldChg>
      <pc:sldChg chg="addSp modSp add del mod modTransition">
        <pc:chgData name="Fernando Picco" userId="f8f2f64ecb73234d" providerId="LiveId" clId="{7A76FBD0-5BE9-4AD5-8E91-CC2992459D95}" dt="2025-11-22T04:56:00.068" v="9873" actId="2696"/>
        <pc:sldMkLst>
          <pc:docMk/>
          <pc:sldMk cId="1352537029" sldId="284"/>
        </pc:sldMkLst>
      </pc:sldChg>
      <pc:sldChg chg="addSp modSp add del mod modTransition">
        <pc:chgData name="Fernando Picco" userId="f8f2f64ecb73234d" providerId="LiveId" clId="{7A76FBD0-5BE9-4AD5-8E91-CC2992459D95}" dt="2025-11-22T04:56:01.966" v="9874" actId="2696"/>
        <pc:sldMkLst>
          <pc:docMk/>
          <pc:sldMk cId="3256589060" sldId="285"/>
        </pc:sldMkLst>
      </pc:sldChg>
      <pc:sldChg chg="addSp modSp add del mod modTransition">
        <pc:chgData name="Fernando Picco" userId="f8f2f64ecb73234d" providerId="LiveId" clId="{7A76FBD0-5BE9-4AD5-8E91-CC2992459D95}" dt="2025-11-22T04:56:10.021" v="9875" actId="47"/>
        <pc:sldMkLst>
          <pc:docMk/>
          <pc:sldMk cId="2586906257" sldId="286"/>
        </pc:sldMkLst>
      </pc:sldChg>
      <pc:sldChg chg="addSp modSp add del mod ord modTransition">
        <pc:chgData name="Fernando Picco" userId="f8f2f64ecb73234d" providerId="LiveId" clId="{7A76FBD0-5BE9-4AD5-8E91-CC2992459D95}" dt="2025-11-22T04:56:10.021" v="9875" actId="47"/>
        <pc:sldMkLst>
          <pc:docMk/>
          <pc:sldMk cId="4061163015" sldId="287"/>
        </pc:sldMkLst>
      </pc:sldChg>
      <pc:sldChg chg="modSp add del mod modTransition">
        <pc:chgData name="Fernando Picco" userId="f8f2f64ecb73234d" providerId="LiveId" clId="{7A76FBD0-5BE9-4AD5-8E91-CC2992459D95}" dt="2025-11-22T04:55:55.776" v="9871" actId="2696"/>
        <pc:sldMkLst>
          <pc:docMk/>
          <pc:sldMk cId="2253065626" sldId="289"/>
        </pc:sldMkLst>
      </pc:sldChg>
      <pc:sldChg chg="addSp delSp modSp add del mod modTransition">
        <pc:chgData name="Fernando Picco" userId="f8f2f64ecb73234d" providerId="LiveId" clId="{7A76FBD0-5BE9-4AD5-8E91-CC2992459D95}" dt="2025-11-22T04:55:57.729" v="9872" actId="2696"/>
        <pc:sldMkLst>
          <pc:docMk/>
          <pc:sldMk cId="3364336632" sldId="290"/>
        </pc:sldMkLst>
      </pc:sldChg>
      <pc:sldChg chg="addSp delSp modSp add del mod modTransition modAnim">
        <pc:chgData name="Fernando Picco" userId="f8f2f64ecb73234d" providerId="LiveId" clId="{7A76FBD0-5BE9-4AD5-8E91-CC2992459D95}" dt="2025-11-22T04:55:50.915" v="9869" actId="2696"/>
        <pc:sldMkLst>
          <pc:docMk/>
          <pc:sldMk cId="4047377250" sldId="291"/>
        </pc:sldMkLst>
      </pc:sldChg>
      <pc:sldChg chg="addSp delSp modSp add del mod ord modTransition">
        <pc:chgData name="Fernando Picco" userId="f8f2f64ecb73234d" providerId="LiveId" clId="{7A76FBD0-5BE9-4AD5-8E91-CC2992459D95}" dt="2025-11-22T04:56:10.021" v="9875" actId="47"/>
        <pc:sldMkLst>
          <pc:docMk/>
          <pc:sldMk cId="1067762977" sldId="292"/>
        </pc:sldMkLst>
      </pc:sldChg>
      <pc:sldChg chg="addSp delSp modSp add del mod modTransition modAnim">
        <pc:chgData name="Fernando Picco" userId="f8f2f64ecb73234d" providerId="LiveId" clId="{7A76FBD0-5BE9-4AD5-8E91-CC2992459D95}" dt="2025-11-22T04:55:42.370" v="9865" actId="2696"/>
        <pc:sldMkLst>
          <pc:docMk/>
          <pc:sldMk cId="1565196779" sldId="295"/>
        </pc:sldMkLst>
      </pc:sldChg>
      <pc:sldChg chg="addSp delSp modSp add mod setBg">
        <pc:chgData name="Fernando Picco" userId="f8f2f64ecb73234d" providerId="LiveId" clId="{7A76FBD0-5BE9-4AD5-8E91-CC2992459D95}" dt="2025-11-22T03:10:17.060" v="8645" actId="1035"/>
        <pc:sldMkLst>
          <pc:docMk/>
          <pc:sldMk cId="1636129791" sldId="296"/>
        </pc:sldMkLst>
        <pc:spChg chg="add mod">
          <ac:chgData name="Fernando Picco" userId="f8f2f64ecb73234d" providerId="LiveId" clId="{7A76FBD0-5BE9-4AD5-8E91-CC2992459D95}" dt="2025-11-22T03:08:23.088" v="8626"/>
          <ac:spMkLst>
            <pc:docMk/>
            <pc:sldMk cId="1636129791" sldId="296"/>
            <ac:spMk id="5" creationId="{4A8CEB68-9F95-721A-7667-8F84F01D0346}"/>
          </ac:spMkLst>
        </pc:spChg>
        <pc:spChg chg="add mod">
          <ac:chgData name="Fernando Picco" userId="f8f2f64ecb73234d" providerId="LiveId" clId="{7A76FBD0-5BE9-4AD5-8E91-CC2992459D95}" dt="2025-11-22T03:08:06.829" v="8625"/>
          <ac:spMkLst>
            <pc:docMk/>
            <pc:sldMk cId="1636129791" sldId="296"/>
            <ac:spMk id="6" creationId="{973148E0-85DB-37C7-0E5F-79CB2FB5F19C}"/>
          </ac:spMkLst>
        </pc:spChg>
        <pc:spChg chg="del">
          <ac:chgData name="Fernando Picco" userId="f8f2f64ecb73234d" providerId="LiveId" clId="{7A76FBD0-5BE9-4AD5-8E91-CC2992459D95}" dt="2025-11-22T03:06:23.625" v="8603" actId="478"/>
          <ac:spMkLst>
            <pc:docMk/>
            <pc:sldMk cId="1636129791" sldId="296"/>
            <ac:spMk id="7" creationId="{5B3B461E-C9B3-D5CC-7B0D-4EF72A02DFEF}"/>
          </ac:spMkLst>
        </pc:spChg>
        <pc:spChg chg="del">
          <ac:chgData name="Fernando Picco" userId="f8f2f64ecb73234d" providerId="LiveId" clId="{7A76FBD0-5BE9-4AD5-8E91-CC2992459D95}" dt="2025-11-22T03:06:26.042" v="8605" actId="478"/>
          <ac:spMkLst>
            <pc:docMk/>
            <pc:sldMk cId="1636129791" sldId="296"/>
            <ac:spMk id="8" creationId="{384C4B14-E9BF-07EB-CBEE-B262C003E381}"/>
          </ac:spMkLst>
        </pc:spChg>
        <pc:spChg chg="add mod">
          <ac:chgData name="Fernando Picco" userId="f8f2f64ecb73234d" providerId="LiveId" clId="{7A76FBD0-5BE9-4AD5-8E91-CC2992459D95}" dt="2025-11-22T03:09:44.144" v="8633"/>
          <ac:spMkLst>
            <pc:docMk/>
            <pc:sldMk cId="1636129791" sldId="296"/>
            <ac:spMk id="9" creationId="{A3A75A66-BCF8-BA5D-69BF-99297E2BB282}"/>
          </ac:spMkLst>
        </pc:spChg>
        <pc:spChg chg="add mod">
          <ac:chgData name="Fernando Picco" userId="f8f2f64ecb73234d" providerId="LiveId" clId="{7A76FBD0-5BE9-4AD5-8E91-CC2992459D95}" dt="2025-11-22T03:09:25.104" v="8632"/>
          <ac:spMkLst>
            <pc:docMk/>
            <pc:sldMk cId="1636129791" sldId="296"/>
            <ac:spMk id="10" creationId="{3B21A7EC-8F2A-8A19-F995-2E018AAE7143}"/>
          </ac:spMkLst>
        </pc:spChg>
        <pc:spChg chg="del">
          <ac:chgData name="Fernando Picco" userId="f8f2f64ecb73234d" providerId="LiveId" clId="{7A76FBD0-5BE9-4AD5-8E91-CC2992459D95}" dt="2025-11-22T03:06:25.393" v="8604" actId="478"/>
          <ac:spMkLst>
            <pc:docMk/>
            <pc:sldMk cId="1636129791" sldId="296"/>
            <ac:spMk id="16" creationId="{D337F837-0A23-3DBA-FBC6-0088E91BA9CC}"/>
          </ac:spMkLst>
        </pc:spChg>
        <pc:spChg chg="mod">
          <ac:chgData name="Fernando Picco" userId="f8f2f64ecb73234d" providerId="LiveId" clId="{7A76FBD0-5BE9-4AD5-8E91-CC2992459D95}" dt="2025-11-22T03:06:37.331" v="8610" actId="26606"/>
          <ac:spMkLst>
            <pc:docMk/>
            <pc:sldMk cId="1636129791" sldId="296"/>
            <ac:spMk id="111" creationId="{C7E37E11-7212-9E5B-BCF4-E150BB9E9F61}"/>
          </ac:spMkLst>
        </pc:spChg>
        <pc:spChg chg="mod ord">
          <ac:chgData name="Fernando Picco" userId="f8f2f64ecb73234d" providerId="LiveId" clId="{7A76FBD0-5BE9-4AD5-8E91-CC2992459D95}" dt="2025-11-22T03:06:37.331" v="8610" actId="26606"/>
          <ac:spMkLst>
            <pc:docMk/>
            <pc:sldMk cId="1636129791" sldId="296"/>
            <ac:spMk id="112" creationId="{032CBA73-5C46-FBD0-41FB-94BBF45FBB8A}"/>
          </ac:spMkLst>
        </pc:spChg>
        <pc:spChg chg="mod">
          <ac:chgData name="Fernando Picco" userId="f8f2f64ecb73234d" providerId="LiveId" clId="{7A76FBD0-5BE9-4AD5-8E91-CC2992459D95}" dt="2025-11-22T03:06:37.331" v="8610" actId="26606"/>
          <ac:spMkLst>
            <pc:docMk/>
            <pc:sldMk cId="1636129791" sldId="296"/>
            <ac:spMk id="113" creationId="{7D1598A8-5634-65E2-26BB-6E247840E2C5}"/>
          </ac:spMkLst>
        </pc:spChg>
        <pc:grpChg chg="add del">
          <ac:chgData name="Fernando Picco" userId="f8f2f64ecb73234d" providerId="LiveId" clId="{7A76FBD0-5BE9-4AD5-8E91-CC2992459D95}" dt="2025-11-22T03:06:37.331" v="8610" actId="26606"/>
          <ac:grpSpMkLst>
            <pc:docMk/>
            <pc:sldMk cId="1636129791" sldId="296"/>
            <ac:grpSpMk id="118" creationId="{6E61B563-A4B2-5783-81AF-A2A053D74769}"/>
          </ac:grpSpMkLst>
        </pc:grpChg>
        <pc:picChg chg="add mod modCrop">
          <ac:chgData name="Fernando Picco" userId="f8f2f64ecb73234d" providerId="LiveId" clId="{7A76FBD0-5BE9-4AD5-8E91-CC2992459D95}" dt="2025-11-22T03:10:17.060" v="8645" actId="1035"/>
          <ac:picMkLst>
            <pc:docMk/>
            <pc:sldMk cId="1636129791" sldId="296"/>
            <ac:picMk id="3" creationId="{7BE16349-F261-E946-D420-9AB4E28E7360}"/>
          </ac:picMkLst>
        </pc:picChg>
        <pc:picChg chg="del">
          <ac:chgData name="Fernando Picco" userId="f8f2f64ecb73234d" providerId="LiveId" clId="{7A76FBD0-5BE9-4AD5-8E91-CC2992459D95}" dt="2025-11-22T03:06:22.027" v="8602" actId="478"/>
          <ac:picMkLst>
            <pc:docMk/>
            <pc:sldMk cId="1636129791" sldId="296"/>
            <ac:picMk id="4" creationId="{54D29E40-9A21-6FA0-10D8-CC6D107EE091}"/>
          </ac:picMkLst>
        </pc:picChg>
      </pc:sldChg>
      <pc:sldChg chg="addSp delSp modSp add mod">
        <pc:chgData name="Fernando Picco" userId="f8f2f64ecb73234d" providerId="LiveId" clId="{7A76FBD0-5BE9-4AD5-8E91-CC2992459D95}" dt="2025-11-22T03:21:10.741" v="8723" actId="113"/>
        <pc:sldMkLst>
          <pc:docMk/>
          <pc:sldMk cId="407350314" sldId="297"/>
        </pc:sldMkLst>
        <pc:spChg chg="del">
          <ac:chgData name="Fernando Picco" userId="f8f2f64ecb73234d" providerId="LiveId" clId="{7A76FBD0-5BE9-4AD5-8E91-CC2992459D95}" dt="2025-11-22T03:13:55.570" v="8688" actId="478"/>
          <ac:spMkLst>
            <pc:docMk/>
            <pc:sldMk cId="407350314" sldId="297"/>
            <ac:spMk id="5" creationId="{8D0E7BFB-08AC-4655-A7B3-0E8CAED4FF5F}"/>
          </ac:spMkLst>
        </pc:spChg>
        <pc:spChg chg="del">
          <ac:chgData name="Fernando Picco" userId="f8f2f64ecb73234d" providerId="LiveId" clId="{7A76FBD0-5BE9-4AD5-8E91-CC2992459D95}" dt="2025-11-22T03:13:54.624" v="8687" actId="478"/>
          <ac:spMkLst>
            <pc:docMk/>
            <pc:sldMk cId="407350314" sldId="297"/>
            <ac:spMk id="6" creationId="{FB062756-7EFD-30DA-52A2-1F4451450832}"/>
          </ac:spMkLst>
        </pc:spChg>
        <pc:spChg chg="del">
          <ac:chgData name="Fernando Picco" userId="f8f2f64ecb73234d" providerId="LiveId" clId="{7A76FBD0-5BE9-4AD5-8E91-CC2992459D95}" dt="2025-11-22T03:13:57.290" v="8689" actId="478"/>
          <ac:spMkLst>
            <pc:docMk/>
            <pc:sldMk cId="407350314" sldId="297"/>
            <ac:spMk id="9" creationId="{2B04FD2A-AA1D-63C9-46CE-8320596ABA68}"/>
          </ac:spMkLst>
        </pc:spChg>
        <pc:spChg chg="del">
          <ac:chgData name="Fernando Picco" userId="f8f2f64ecb73234d" providerId="LiveId" clId="{7A76FBD0-5BE9-4AD5-8E91-CC2992459D95}" dt="2025-11-22T03:13:58.212" v="8690" actId="478"/>
          <ac:spMkLst>
            <pc:docMk/>
            <pc:sldMk cId="407350314" sldId="297"/>
            <ac:spMk id="10" creationId="{50B0CB5E-460B-09A3-1B78-3955C3149659}"/>
          </ac:spMkLst>
        </pc:spChg>
        <pc:spChg chg="add mod">
          <ac:chgData name="Fernando Picco" userId="f8f2f64ecb73234d" providerId="LiveId" clId="{7A76FBD0-5BE9-4AD5-8E91-CC2992459D95}" dt="2025-11-22T03:21:10.741" v="8723" actId="113"/>
          <ac:spMkLst>
            <pc:docMk/>
            <pc:sldMk cId="407350314" sldId="297"/>
            <ac:spMk id="11" creationId="{090CE13D-DC92-1679-98FF-1B79ACA0B311}"/>
          </ac:spMkLst>
        </pc:spChg>
        <pc:spChg chg="add mod">
          <ac:chgData name="Fernando Picco" userId="f8f2f64ecb73234d" providerId="LiveId" clId="{7A76FBD0-5BE9-4AD5-8E91-CC2992459D95}" dt="2025-11-22T03:21:10.741" v="8723" actId="113"/>
          <ac:spMkLst>
            <pc:docMk/>
            <pc:sldMk cId="407350314" sldId="297"/>
            <ac:spMk id="12" creationId="{4E0E39D8-2CC1-0549-457D-633BCBFBF214}"/>
          </ac:spMkLst>
        </pc:spChg>
        <pc:spChg chg="add mod">
          <ac:chgData name="Fernando Picco" userId="f8f2f64ecb73234d" providerId="LiveId" clId="{7A76FBD0-5BE9-4AD5-8E91-CC2992459D95}" dt="2025-11-22T03:21:10.741" v="8723" actId="113"/>
          <ac:spMkLst>
            <pc:docMk/>
            <pc:sldMk cId="407350314" sldId="297"/>
            <ac:spMk id="13" creationId="{2A92E83A-FE0B-023A-784F-EDE91B9880F9}"/>
          </ac:spMkLst>
        </pc:spChg>
        <pc:spChg chg="mod">
          <ac:chgData name="Fernando Picco" userId="f8f2f64ecb73234d" providerId="LiveId" clId="{7A76FBD0-5BE9-4AD5-8E91-CC2992459D95}" dt="2025-11-22T03:13:16.096" v="8685" actId="20577"/>
          <ac:spMkLst>
            <pc:docMk/>
            <pc:sldMk cId="407350314" sldId="297"/>
            <ac:spMk id="113" creationId="{83CF66DD-40AD-9755-5909-1A04A10AB8A9}"/>
          </ac:spMkLst>
        </pc:spChg>
        <pc:picChg chg="add mod">
          <ac:chgData name="Fernando Picco" userId="f8f2f64ecb73234d" providerId="LiveId" clId="{7A76FBD0-5BE9-4AD5-8E91-CC2992459D95}" dt="2025-11-22T03:15:30.492" v="8708" actId="1076"/>
          <ac:picMkLst>
            <pc:docMk/>
            <pc:sldMk cId="407350314" sldId="297"/>
            <ac:picMk id="2" creationId="{2B13DB18-2D42-A360-BA4F-B56C59371C6D}"/>
          </ac:picMkLst>
        </pc:picChg>
        <pc:picChg chg="del">
          <ac:chgData name="Fernando Picco" userId="f8f2f64ecb73234d" providerId="LiveId" clId="{7A76FBD0-5BE9-4AD5-8E91-CC2992459D95}" dt="2025-11-22T03:13:19.365" v="8686" actId="478"/>
          <ac:picMkLst>
            <pc:docMk/>
            <pc:sldMk cId="407350314" sldId="297"/>
            <ac:picMk id="3" creationId="{1AA6747E-0AF0-2057-0674-D3FB7B36760C}"/>
          </ac:picMkLst>
        </pc:picChg>
        <pc:picChg chg="add mod">
          <ac:chgData name="Fernando Picco" userId="f8f2f64ecb73234d" providerId="LiveId" clId="{7A76FBD0-5BE9-4AD5-8E91-CC2992459D95}" dt="2025-11-22T03:15:32.629" v="8709" actId="1076"/>
          <ac:picMkLst>
            <pc:docMk/>
            <pc:sldMk cId="407350314" sldId="297"/>
            <ac:picMk id="4" creationId="{8D3085FA-CE6E-11F2-4ED7-C8413338A731}"/>
          </ac:picMkLst>
        </pc:picChg>
        <pc:picChg chg="add del mod">
          <ac:chgData name="Fernando Picco" userId="f8f2f64ecb73234d" providerId="LiveId" clId="{7A76FBD0-5BE9-4AD5-8E91-CC2992459D95}" dt="2025-11-22T03:15:54.888" v="8710" actId="478"/>
          <ac:picMkLst>
            <pc:docMk/>
            <pc:sldMk cId="407350314" sldId="297"/>
            <ac:picMk id="7" creationId="{8CE2D64D-9D11-56A1-CAFE-A279D7D4F70B}"/>
          </ac:picMkLst>
        </pc:picChg>
        <pc:picChg chg="add mod">
          <ac:chgData name="Fernando Picco" userId="f8f2f64ecb73234d" providerId="LiveId" clId="{7A76FBD0-5BE9-4AD5-8E91-CC2992459D95}" dt="2025-11-22T03:20:08.390" v="8713" actId="1076"/>
          <ac:picMkLst>
            <pc:docMk/>
            <pc:sldMk cId="407350314" sldId="297"/>
            <ac:picMk id="8" creationId="{2116E3D4-49A1-10CB-FB81-CB40E98BC924}"/>
          </ac:picMkLst>
        </pc:picChg>
      </pc:sldChg>
      <pc:sldChg chg="addSp delSp modSp add mod">
        <pc:chgData name="Fernando Picco" userId="f8f2f64ecb73234d" providerId="LiveId" clId="{7A76FBD0-5BE9-4AD5-8E91-CC2992459D95}" dt="2025-11-22T03:42:48.102" v="8805" actId="207"/>
        <pc:sldMkLst>
          <pc:docMk/>
          <pc:sldMk cId="782639550" sldId="298"/>
        </pc:sldMkLst>
        <pc:spChg chg="add mod">
          <ac:chgData name="Fernando Picco" userId="f8f2f64ecb73234d" providerId="LiveId" clId="{7A76FBD0-5BE9-4AD5-8E91-CC2992459D95}" dt="2025-11-22T03:36:36.535" v="8764" actId="208"/>
          <ac:spMkLst>
            <pc:docMk/>
            <pc:sldMk cId="782639550" sldId="298"/>
            <ac:spMk id="5" creationId="{D0ED8917-FB8D-90B0-BCC9-2A2247140D31}"/>
          </ac:spMkLst>
        </pc:spChg>
        <pc:spChg chg="add del mod">
          <ac:chgData name="Fernando Picco" userId="f8f2f64ecb73234d" providerId="LiveId" clId="{7A76FBD0-5BE9-4AD5-8E91-CC2992459D95}" dt="2025-11-22T03:37:45.712" v="8771" actId="20577"/>
          <ac:spMkLst>
            <pc:docMk/>
            <pc:sldMk cId="782639550" sldId="298"/>
            <ac:spMk id="6" creationId="{F42326E6-CD8A-A310-034E-3F7B5159502A}"/>
          </ac:spMkLst>
        </pc:spChg>
        <pc:spChg chg="add mod">
          <ac:chgData name="Fernando Picco" userId="f8f2f64ecb73234d" providerId="LiveId" clId="{7A76FBD0-5BE9-4AD5-8E91-CC2992459D95}" dt="2025-11-22T03:40:43.281" v="8791" actId="14100"/>
          <ac:spMkLst>
            <pc:docMk/>
            <pc:sldMk cId="782639550" sldId="298"/>
            <ac:spMk id="10" creationId="{2A9767FF-05D3-E7B3-9FDA-081517D7C46B}"/>
          </ac:spMkLst>
        </pc:spChg>
        <pc:spChg chg="del">
          <ac:chgData name="Fernando Picco" userId="f8f2f64ecb73234d" providerId="LiveId" clId="{7A76FBD0-5BE9-4AD5-8E91-CC2992459D95}" dt="2025-11-22T03:35:32.930" v="8753" actId="478"/>
          <ac:spMkLst>
            <pc:docMk/>
            <pc:sldMk cId="782639550" sldId="298"/>
            <ac:spMk id="11" creationId="{6D31C73B-0F39-4D1C-FAF7-2192C8DD3599}"/>
          </ac:spMkLst>
        </pc:spChg>
        <pc:spChg chg="del">
          <ac:chgData name="Fernando Picco" userId="f8f2f64ecb73234d" providerId="LiveId" clId="{7A76FBD0-5BE9-4AD5-8E91-CC2992459D95}" dt="2025-11-22T03:35:34.434" v="8755" actId="478"/>
          <ac:spMkLst>
            <pc:docMk/>
            <pc:sldMk cId="782639550" sldId="298"/>
            <ac:spMk id="12" creationId="{2BE48D37-4601-C125-1448-A87081FFF364}"/>
          </ac:spMkLst>
        </pc:spChg>
        <pc:spChg chg="del">
          <ac:chgData name="Fernando Picco" userId="f8f2f64ecb73234d" providerId="LiveId" clId="{7A76FBD0-5BE9-4AD5-8E91-CC2992459D95}" dt="2025-11-22T03:35:36.105" v="8757" actId="478"/>
          <ac:spMkLst>
            <pc:docMk/>
            <pc:sldMk cId="782639550" sldId="298"/>
            <ac:spMk id="13" creationId="{9B770F03-350D-C751-F1F8-3DE3DEB588CD}"/>
          </ac:spMkLst>
        </pc:spChg>
        <pc:spChg chg="add mod">
          <ac:chgData name="Fernando Picco" userId="f8f2f64ecb73234d" providerId="LiveId" clId="{7A76FBD0-5BE9-4AD5-8E91-CC2992459D95}" dt="2025-11-22T03:42:48.102" v="8805" actId="207"/>
          <ac:spMkLst>
            <pc:docMk/>
            <pc:sldMk cId="782639550" sldId="298"/>
            <ac:spMk id="15" creationId="{DBC79640-E5FF-8601-3CCA-191E5D49D838}"/>
          </ac:spMkLst>
        </pc:spChg>
        <pc:spChg chg="mod">
          <ac:chgData name="Fernando Picco" userId="f8f2f64ecb73234d" providerId="LiveId" clId="{7A76FBD0-5BE9-4AD5-8E91-CC2992459D95}" dt="2025-11-22T03:21:47.119" v="8751" actId="20577"/>
          <ac:spMkLst>
            <pc:docMk/>
            <pc:sldMk cId="782639550" sldId="298"/>
            <ac:spMk id="113" creationId="{462F693A-6E78-A026-B973-F972D2D126AE}"/>
          </ac:spMkLst>
        </pc:spChg>
        <pc:graphicFrameChg chg="add mod">
          <ac:chgData name="Fernando Picco" userId="f8f2f64ecb73234d" providerId="LiveId" clId="{7A76FBD0-5BE9-4AD5-8E91-CC2992459D95}" dt="2025-11-22T03:37:30.739" v="8767" actId="12084"/>
          <ac:graphicFrameMkLst>
            <pc:docMk/>
            <pc:sldMk cId="782639550" sldId="298"/>
            <ac:graphicFrameMk id="7" creationId="{104595D2-D395-025A-5E4C-A7163CCC590C}"/>
          </ac:graphicFrameMkLst>
        </pc:graphicFrameChg>
        <pc:picChg chg="del">
          <ac:chgData name="Fernando Picco" userId="f8f2f64ecb73234d" providerId="LiveId" clId="{7A76FBD0-5BE9-4AD5-8E91-CC2992459D95}" dt="2025-11-22T03:35:31.834" v="8752" actId="478"/>
          <ac:picMkLst>
            <pc:docMk/>
            <pc:sldMk cId="782639550" sldId="298"/>
            <ac:picMk id="2" creationId="{EDA43CC1-B526-33EC-75E8-FD66F141E460}"/>
          </ac:picMkLst>
        </pc:picChg>
        <pc:picChg chg="add mod">
          <ac:chgData name="Fernando Picco" userId="f8f2f64ecb73234d" providerId="LiveId" clId="{7A76FBD0-5BE9-4AD5-8E91-CC2992459D95}" dt="2025-11-22T03:36:02.386" v="8761" actId="14100"/>
          <ac:picMkLst>
            <pc:docMk/>
            <pc:sldMk cId="782639550" sldId="298"/>
            <ac:picMk id="3" creationId="{09A6AD6E-8D62-7360-AF1E-0A77458E89B9}"/>
          </ac:picMkLst>
        </pc:picChg>
        <pc:picChg chg="del">
          <ac:chgData name="Fernando Picco" userId="f8f2f64ecb73234d" providerId="LiveId" clId="{7A76FBD0-5BE9-4AD5-8E91-CC2992459D95}" dt="2025-11-22T03:35:33.749" v="8754" actId="478"/>
          <ac:picMkLst>
            <pc:docMk/>
            <pc:sldMk cId="782639550" sldId="298"/>
            <ac:picMk id="4" creationId="{B7733F71-A3DC-5A38-AD88-8E86ABEF47D9}"/>
          </ac:picMkLst>
        </pc:picChg>
        <pc:picChg chg="del">
          <ac:chgData name="Fernando Picco" userId="f8f2f64ecb73234d" providerId="LiveId" clId="{7A76FBD0-5BE9-4AD5-8E91-CC2992459D95}" dt="2025-11-22T03:35:35.175" v="8756" actId="478"/>
          <ac:picMkLst>
            <pc:docMk/>
            <pc:sldMk cId="782639550" sldId="298"/>
            <ac:picMk id="8" creationId="{A0931EED-16CF-F9AC-B337-975B42AC2279}"/>
          </ac:picMkLst>
        </pc:picChg>
        <pc:picChg chg="add mod">
          <ac:chgData name="Fernando Picco" userId="f8f2f64ecb73234d" providerId="LiveId" clId="{7A76FBD0-5BE9-4AD5-8E91-CC2992459D95}" dt="2025-11-22T03:39:44.080" v="8782" actId="1038"/>
          <ac:picMkLst>
            <pc:docMk/>
            <pc:sldMk cId="782639550" sldId="298"/>
            <ac:picMk id="9" creationId="{4D19AEC5-679F-1099-EEC2-0562E1DEC4C7}"/>
          </ac:picMkLst>
        </pc:picChg>
        <pc:picChg chg="add mod">
          <ac:chgData name="Fernando Picco" userId="f8f2f64ecb73234d" providerId="LiveId" clId="{7A76FBD0-5BE9-4AD5-8E91-CC2992459D95}" dt="2025-11-22T03:41:29.593" v="8799" actId="14100"/>
          <ac:picMkLst>
            <pc:docMk/>
            <pc:sldMk cId="782639550" sldId="298"/>
            <ac:picMk id="14" creationId="{22A74EB4-152C-0715-290B-3584AA82C36D}"/>
          </ac:picMkLst>
        </pc:picChg>
      </pc:sldChg>
      <pc:sldChg chg="addSp delSp modSp add mod modAnim">
        <pc:chgData name="Fernando Picco" userId="f8f2f64ecb73234d" providerId="LiveId" clId="{7A76FBD0-5BE9-4AD5-8E91-CC2992459D95}" dt="2025-11-22T03:53:16.570" v="8936" actId="478"/>
        <pc:sldMkLst>
          <pc:docMk/>
          <pc:sldMk cId="894565750" sldId="299"/>
        </pc:sldMkLst>
        <pc:spChg chg="del">
          <ac:chgData name="Fernando Picco" userId="f8f2f64ecb73234d" providerId="LiveId" clId="{7A76FBD0-5BE9-4AD5-8E91-CC2992459D95}" dt="2025-11-22T03:43:58.207" v="8841" actId="478"/>
          <ac:spMkLst>
            <pc:docMk/>
            <pc:sldMk cId="894565750" sldId="299"/>
            <ac:spMk id="5" creationId="{A5A6367A-91BA-D8A2-B39D-CFA3150A54BD}"/>
          </ac:spMkLst>
        </pc:spChg>
        <pc:spChg chg="del">
          <ac:chgData name="Fernando Picco" userId="f8f2f64ecb73234d" providerId="LiveId" clId="{7A76FBD0-5BE9-4AD5-8E91-CC2992459D95}" dt="2025-11-22T03:43:57.387" v="8840" actId="478"/>
          <ac:spMkLst>
            <pc:docMk/>
            <pc:sldMk cId="894565750" sldId="299"/>
            <ac:spMk id="6" creationId="{F9376697-C666-A123-EDB2-CB786789F922}"/>
          </ac:spMkLst>
        </pc:spChg>
        <pc:spChg chg="add mod">
          <ac:chgData name="Fernando Picco" userId="f8f2f64ecb73234d" providerId="LiveId" clId="{7A76FBD0-5BE9-4AD5-8E91-CC2992459D95}" dt="2025-11-22T03:46:08.630" v="8857" actId="1076"/>
          <ac:spMkLst>
            <pc:docMk/>
            <pc:sldMk cId="894565750" sldId="299"/>
            <ac:spMk id="7" creationId="{560B7A5B-92E1-A86A-53C4-88D7ED52DC90}"/>
          </ac:spMkLst>
        </pc:spChg>
        <pc:spChg chg="add mod">
          <ac:chgData name="Fernando Picco" userId="f8f2f64ecb73234d" providerId="LiveId" clId="{7A76FBD0-5BE9-4AD5-8E91-CC2992459D95}" dt="2025-11-22T03:47:26.057" v="8887" actId="20577"/>
          <ac:spMkLst>
            <pc:docMk/>
            <pc:sldMk cId="894565750" sldId="299"/>
            <ac:spMk id="8" creationId="{55B50984-7AEE-DDE5-F7B4-443215C9844C}"/>
          </ac:spMkLst>
        </pc:spChg>
        <pc:spChg chg="del">
          <ac:chgData name="Fernando Picco" userId="f8f2f64ecb73234d" providerId="LiveId" clId="{7A76FBD0-5BE9-4AD5-8E91-CC2992459D95}" dt="2025-11-22T03:44:00" v="8843" actId="478"/>
          <ac:spMkLst>
            <pc:docMk/>
            <pc:sldMk cId="894565750" sldId="299"/>
            <ac:spMk id="10" creationId="{EA70459D-2D26-3E25-92B2-258BF647687A}"/>
          </ac:spMkLst>
        </pc:spChg>
        <pc:spChg chg="add del mod">
          <ac:chgData name="Fernando Picco" userId="f8f2f64ecb73234d" providerId="LiveId" clId="{7A76FBD0-5BE9-4AD5-8E91-CC2992459D95}" dt="2025-11-22T03:53:15.514" v="8935" actId="478"/>
          <ac:spMkLst>
            <pc:docMk/>
            <pc:sldMk cId="894565750" sldId="299"/>
            <ac:spMk id="12" creationId="{2A23245A-DF47-C1AE-3311-CD4A182DE974}"/>
          </ac:spMkLst>
        </pc:spChg>
        <pc:spChg chg="del">
          <ac:chgData name="Fernando Picco" userId="f8f2f64ecb73234d" providerId="LiveId" clId="{7A76FBD0-5BE9-4AD5-8E91-CC2992459D95}" dt="2025-11-22T03:44:00.872" v="8844" actId="478"/>
          <ac:spMkLst>
            <pc:docMk/>
            <pc:sldMk cId="894565750" sldId="299"/>
            <ac:spMk id="15" creationId="{3170361F-53CD-2A55-6E3E-F5DC7D06D6AD}"/>
          </ac:spMkLst>
        </pc:spChg>
        <pc:spChg chg="mod">
          <ac:chgData name="Fernando Picco" userId="f8f2f64ecb73234d" providerId="LiveId" clId="{7A76FBD0-5BE9-4AD5-8E91-CC2992459D95}" dt="2025-11-22T03:43:54.083" v="8838" actId="6549"/>
          <ac:spMkLst>
            <pc:docMk/>
            <pc:sldMk cId="894565750" sldId="299"/>
            <ac:spMk id="113" creationId="{8456BC63-F3A7-E27D-EB7F-6198A6B06283}"/>
          </ac:spMkLst>
        </pc:spChg>
        <pc:picChg chg="add mod">
          <ac:chgData name="Fernando Picco" userId="f8f2f64ecb73234d" providerId="LiveId" clId="{7A76FBD0-5BE9-4AD5-8E91-CC2992459D95}" dt="2025-11-22T03:44:43.618" v="8848" actId="1076"/>
          <ac:picMkLst>
            <pc:docMk/>
            <pc:sldMk cId="894565750" sldId="299"/>
            <ac:picMk id="2" creationId="{EFEE6FA1-1F7D-29B1-B1CA-68C0FA8C250E}"/>
          </ac:picMkLst>
        </pc:picChg>
        <pc:picChg chg="del">
          <ac:chgData name="Fernando Picco" userId="f8f2f64ecb73234d" providerId="LiveId" clId="{7A76FBD0-5BE9-4AD5-8E91-CC2992459D95}" dt="2025-11-22T03:43:56.811" v="8839" actId="478"/>
          <ac:picMkLst>
            <pc:docMk/>
            <pc:sldMk cId="894565750" sldId="299"/>
            <ac:picMk id="3" creationId="{EFC209D9-2C7C-892B-BD27-A5BCC174BA75}"/>
          </ac:picMkLst>
        </pc:picChg>
        <pc:picChg chg="add mod">
          <ac:chgData name="Fernando Picco" userId="f8f2f64ecb73234d" providerId="LiveId" clId="{7A76FBD0-5BE9-4AD5-8E91-CC2992459D95}" dt="2025-11-22T03:45:08.159" v="8850" actId="1076"/>
          <ac:picMkLst>
            <pc:docMk/>
            <pc:sldMk cId="894565750" sldId="299"/>
            <ac:picMk id="4" creationId="{A2F4BEFB-CEED-35EB-C462-B4655D7962AD}"/>
          </ac:picMkLst>
        </pc:picChg>
        <pc:picChg chg="del">
          <ac:chgData name="Fernando Picco" userId="f8f2f64ecb73234d" providerId="LiveId" clId="{7A76FBD0-5BE9-4AD5-8E91-CC2992459D95}" dt="2025-11-22T03:43:58.777" v="8842" actId="478"/>
          <ac:picMkLst>
            <pc:docMk/>
            <pc:sldMk cId="894565750" sldId="299"/>
            <ac:picMk id="9" creationId="{246B7146-AE2B-EF32-AAC3-AD98659C1618}"/>
          </ac:picMkLst>
        </pc:picChg>
        <pc:picChg chg="add del mod">
          <ac:chgData name="Fernando Picco" userId="f8f2f64ecb73234d" providerId="LiveId" clId="{7A76FBD0-5BE9-4AD5-8E91-CC2992459D95}" dt="2025-11-22T03:53:16.570" v="8936" actId="478"/>
          <ac:picMkLst>
            <pc:docMk/>
            <pc:sldMk cId="894565750" sldId="299"/>
            <ac:picMk id="11" creationId="{00FD190D-1626-EB32-36FA-98D4082EA496}"/>
          </ac:picMkLst>
        </pc:picChg>
        <pc:picChg chg="del">
          <ac:chgData name="Fernando Picco" userId="f8f2f64ecb73234d" providerId="LiveId" clId="{7A76FBD0-5BE9-4AD5-8E91-CC2992459D95}" dt="2025-11-22T03:44:01.458" v="8845" actId="478"/>
          <ac:picMkLst>
            <pc:docMk/>
            <pc:sldMk cId="894565750" sldId="299"/>
            <ac:picMk id="14" creationId="{5A31281D-FE5F-42CC-BDEC-F271CDE8BB82}"/>
          </ac:picMkLst>
        </pc:picChg>
      </pc:sldChg>
      <pc:sldChg chg="addSp delSp modSp add mod">
        <pc:chgData name="Fernando Picco" userId="f8f2f64ecb73234d" providerId="LiveId" clId="{7A76FBD0-5BE9-4AD5-8E91-CC2992459D95}" dt="2025-11-22T03:56:22.871" v="8963" actId="207"/>
        <pc:sldMkLst>
          <pc:docMk/>
          <pc:sldMk cId="4203440613" sldId="300"/>
        </pc:sldMkLst>
        <pc:spChg chg="add mod">
          <ac:chgData name="Fernando Picco" userId="f8f2f64ecb73234d" providerId="LiveId" clId="{7A76FBD0-5BE9-4AD5-8E91-CC2992459D95}" dt="2025-11-22T03:55:51.002" v="8953" actId="14100"/>
          <ac:spMkLst>
            <pc:docMk/>
            <pc:sldMk cId="4203440613" sldId="300"/>
            <ac:spMk id="3" creationId="{C38EC15B-8CED-FBBD-74FA-72D242F012DF}"/>
          </ac:spMkLst>
        </pc:spChg>
        <pc:spChg chg="add mod">
          <ac:chgData name="Fernando Picco" userId="f8f2f64ecb73234d" providerId="LiveId" clId="{7A76FBD0-5BE9-4AD5-8E91-CC2992459D95}" dt="2025-11-22T03:56:22.871" v="8963" actId="207"/>
          <ac:spMkLst>
            <pc:docMk/>
            <pc:sldMk cId="4203440613" sldId="300"/>
            <ac:spMk id="5" creationId="{31F15B4D-D621-FDFF-CDE4-B182503A7BA1}"/>
          </ac:spMkLst>
        </pc:spChg>
        <pc:spChg chg="del">
          <ac:chgData name="Fernando Picco" userId="f8f2f64ecb73234d" providerId="LiveId" clId="{7A76FBD0-5BE9-4AD5-8E91-CC2992459D95}" dt="2025-11-22T03:52:00.588" v="8926" actId="478"/>
          <ac:spMkLst>
            <pc:docMk/>
            <pc:sldMk cId="4203440613" sldId="300"/>
            <ac:spMk id="7" creationId="{47DFA471-3C33-8B56-2000-08EB0BB4EBF8}"/>
          </ac:spMkLst>
        </pc:spChg>
        <pc:spChg chg="del">
          <ac:chgData name="Fernando Picco" userId="f8f2f64ecb73234d" providerId="LiveId" clId="{7A76FBD0-5BE9-4AD5-8E91-CC2992459D95}" dt="2025-11-22T03:52:04.956" v="8929" actId="478"/>
          <ac:spMkLst>
            <pc:docMk/>
            <pc:sldMk cId="4203440613" sldId="300"/>
            <ac:spMk id="8" creationId="{F19579B5-CFD1-0871-FE21-3F45C6042575}"/>
          </ac:spMkLst>
        </pc:spChg>
        <pc:spChg chg="mod">
          <ac:chgData name="Fernando Picco" userId="f8f2f64ecb73234d" providerId="LiveId" clId="{7A76FBD0-5BE9-4AD5-8E91-CC2992459D95}" dt="2025-11-22T03:52:33.001" v="8934" actId="1076"/>
          <ac:spMkLst>
            <pc:docMk/>
            <pc:sldMk cId="4203440613" sldId="300"/>
            <ac:spMk id="12" creationId="{50352CF4-DB02-89FD-FBA2-031E98E22EE5}"/>
          </ac:spMkLst>
        </pc:spChg>
        <pc:picChg chg="del">
          <ac:chgData name="Fernando Picco" userId="f8f2f64ecb73234d" providerId="LiveId" clId="{7A76FBD0-5BE9-4AD5-8E91-CC2992459D95}" dt="2025-11-22T03:52:02.769" v="8928" actId="478"/>
          <ac:picMkLst>
            <pc:docMk/>
            <pc:sldMk cId="4203440613" sldId="300"/>
            <ac:picMk id="2" creationId="{6361101F-7596-DB6B-C905-75AD3601076E}"/>
          </ac:picMkLst>
        </pc:picChg>
        <pc:picChg chg="del">
          <ac:chgData name="Fernando Picco" userId="f8f2f64ecb73234d" providerId="LiveId" clId="{7A76FBD0-5BE9-4AD5-8E91-CC2992459D95}" dt="2025-11-22T03:51:56.722" v="8925" actId="478"/>
          <ac:picMkLst>
            <pc:docMk/>
            <pc:sldMk cId="4203440613" sldId="300"/>
            <ac:picMk id="4" creationId="{00C3B084-DC6E-017D-5845-94A2A8C24C47}"/>
          </ac:picMkLst>
        </pc:picChg>
        <pc:picChg chg="mod">
          <ac:chgData name="Fernando Picco" userId="f8f2f64ecb73234d" providerId="LiveId" clId="{7A76FBD0-5BE9-4AD5-8E91-CC2992459D95}" dt="2025-11-22T03:52:27.502" v="8933" actId="1076"/>
          <ac:picMkLst>
            <pc:docMk/>
            <pc:sldMk cId="4203440613" sldId="300"/>
            <ac:picMk id="11" creationId="{956DCB30-3508-FA9E-5487-A6A3E5B8763F}"/>
          </ac:picMkLst>
        </pc:picChg>
      </pc:sldChg>
      <pc:sldChg chg="addSp delSp modSp add mod">
        <pc:chgData name="Fernando Picco" userId="f8f2f64ecb73234d" providerId="LiveId" clId="{7A76FBD0-5BE9-4AD5-8E91-CC2992459D95}" dt="2025-11-22T04:06:56.403" v="9044" actId="1076"/>
        <pc:sldMkLst>
          <pc:docMk/>
          <pc:sldMk cId="1839595867" sldId="301"/>
        </pc:sldMkLst>
        <pc:spChg chg="del">
          <ac:chgData name="Fernando Picco" userId="f8f2f64ecb73234d" providerId="LiveId" clId="{7A76FBD0-5BE9-4AD5-8E91-CC2992459D95}" dt="2025-11-22T03:59:51.633" v="8969" actId="478"/>
          <ac:spMkLst>
            <pc:docMk/>
            <pc:sldMk cId="1839595867" sldId="301"/>
            <ac:spMk id="3" creationId="{DCF6B3FE-410D-190F-2D57-7FB73189CC39}"/>
          </ac:spMkLst>
        </pc:spChg>
        <pc:spChg chg="del">
          <ac:chgData name="Fernando Picco" userId="f8f2f64ecb73234d" providerId="LiveId" clId="{7A76FBD0-5BE9-4AD5-8E91-CC2992459D95}" dt="2025-11-22T03:59:52.853" v="8970" actId="478"/>
          <ac:spMkLst>
            <pc:docMk/>
            <pc:sldMk cId="1839595867" sldId="301"/>
            <ac:spMk id="5" creationId="{1B0ED7CC-71F3-9E8B-E129-FA13E538049F}"/>
          </ac:spMkLst>
        </pc:spChg>
        <pc:spChg chg="add mod">
          <ac:chgData name="Fernando Picco" userId="f8f2f64ecb73234d" providerId="LiveId" clId="{7A76FBD0-5BE9-4AD5-8E91-CC2992459D95}" dt="2025-11-22T04:06:56.403" v="9044" actId="1076"/>
          <ac:spMkLst>
            <pc:docMk/>
            <pc:sldMk cId="1839595867" sldId="301"/>
            <ac:spMk id="6" creationId="{03A699BE-A948-0987-89EE-F583A72B1F98}"/>
          </ac:spMkLst>
        </pc:spChg>
        <pc:spChg chg="del">
          <ac:chgData name="Fernando Picco" userId="f8f2f64ecb73234d" providerId="LiveId" clId="{7A76FBD0-5BE9-4AD5-8E91-CC2992459D95}" dt="2025-11-22T03:59:49.660" v="8968" actId="478"/>
          <ac:spMkLst>
            <pc:docMk/>
            <pc:sldMk cId="1839595867" sldId="301"/>
            <ac:spMk id="12" creationId="{3B6AA8EA-0F1F-19BA-A0C9-8F60100356E8}"/>
          </ac:spMkLst>
        </pc:spChg>
        <pc:spChg chg="mod">
          <ac:chgData name="Fernando Picco" userId="f8f2f64ecb73234d" providerId="LiveId" clId="{7A76FBD0-5BE9-4AD5-8E91-CC2992459D95}" dt="2025-11-22T04:01:16.595" v="9021" actId="20577"/>
          <ac:spMkLst>
            <pc:docMk/>
            <pc:sldMk cId="1839595867" sldId="301"/>
            <ac:spMk id="113" creationId="{34BECF66-A259-AC06-FC16-890EB4AF130E}"/>
          </ac:spMkLst>
        </pc:spChg>
        <pc:picChg chg="add mod">
          <ac:chgData name="Fernando Picco" userId="f8f2f64ecb73234d" providerId="LiveId" clId="{7A76FBD0-5BE9-4AD5-8E91-CC2992459D95}" dt="2025-11-22T04:00:09.674" v="8973" actId="14100"/>
          <ac:picMkLst>
            <pc:docMk/>
            <pc:sldMk cId="1839595867" sldId="301"/>
            <ac:picMk id="2" creationId="{76657693-52C7-36E1-3065-D6292F32A968}"/>
          </ac:picMkLst>
        </pc:picChg>
        <pc:picChg chg="add del mod modCrop">
          <ac:chgData name="Fernando Picco" userId="f8f2f64ecb73234d" providerId="LiveId" clId="{7A76FBD0-5BE9-4AD5-8E91-CC2992459D95}" dt="2025-11-22T04:06:32.995" v="9039" actId="478"/>
          <ac:picMkLst>
            <pc:docMk/>
            <pc:sldMk cId="1839595867" sldId="301"/>
            <ac:picMk id="4" creationId="{716EE86C-BECA-093A-C56B-E5D5A0C69928}"/>
          </ac:picMkLst>
        </pc:picChg>
        <pc:picChg chg="del">
          <ac:chgData name="Fernando Picco" userId="f8f2f64ecb73234d" providerId="LiveId" clId="{7A76FBD0-5BE9-4AD5-8E91-CC2992459D95}" dt="2025-11-22T03:59:47.518" v="8967" actId="478"/>
          <ac:picMkLst>
            <pc:docMk/>
            <pc:sldMk cId="1839595867" sldId="301"/>
            <ac:picMk id="11" creationId="{22F8DB03-E9F8-8B70-5985-102E2FEC8802}"/>
          </ac:picMkLst>
        </pc:picChg>
      </pc:sldChg>
      <pc:sldChg chg="add del">
        <pc:chgData name="Fernando Picco" userId="f8f2f64ecb73234d" providerId="LiveId" clId="{7A76FBD0-5BE9-4AD5-8E91-CC2992459D95}" dt="2025-11-22T03:58:50.463" v="8965" actId="2890"/>
        <pc:sldMkLst>
          <pc:docMk/>
          <pc:sldMk cId="3957545980" sldId="301"/>
        </pc:sldMkLst>
      </pc:sldChg>
      <pc:sldChg chg="addSp delSp modSp add del mod">
        <pc:chgData name="Fernando Picco" userId="f8f2f64ecb73234d" providerId="LiveId" clId="{7A76FBD0-5BE9-4AD5-8E91-CC2992459D95}" dt="2025-11-22T05:07:07.573" v="10138" actId="2696"/>
        <pc:sldMkLst>
          <pc:docMk/>
          <pc:sldMk cId="980790202" sldId="302"/>
        </pc:sldMkLst>
        <pc:spChg chg="mod">
          <ac:chgData name="Fernando Picco" userId="f8f2f64ecb73234d" providerId="LiveId" clId="{7A76FBD0-5BE9-4AD5-8E91-CC2992459D95}" dt="2025-11-22T04:10:15.352" v="9065" actId="1076"/>
          <ac:spMkLst>
            <pc:docMk/>
            <pc:sldMk cId="980790202" sldId="302"/>
            <ac:spMk id="6" creationId="{84F9F2CF-6DB8-8728-ABA2-6CDAA0F74B96}"/>
          </ac:spMkLst>
        </pc:spChg>
        <pc:spChg chg="add del">
          <ac:chgData name="Fernando Picco" userId="f8f2f64ecb73234d" providerId="LiveId" clId="{7A76FBD0-5BE9-4AD5-8E91-CC2992459D95}" dt="2025-11-22T04:11:30.246" v="9069" actId="22"/>
          <ac:spMkLst>
            <pc:docMk/>
            <pc:sldMk cId="980790202" sldId="302"/>
            <ac:spMk id="7" creationId="{456048F8-2F0A-855E-C693-9AB21CCF13C1}"/>
          </ac:spMkLst>
        </pc:spChg>
        <pc:spChg chg="add mod">
          <ac:chgData name="Fernando Picco" userId="f8f2f64ecb73234d" providerId="LiveId" clId="{7A76FBD0-5BE9-4AD5-8E91-CC2992459D95}" dt="2025-11-22T04:12:50.500" v="9085" actId="1076"/>
          <ac:spMkLst>
            <pc:docMk/>
            <pc:sldMk cId="980790202" sldId="302"/>
            <ac:spMk id="8" creationId="{5F9F792D-F3E5-F253-FDE8-B69B426F20A8}"/>
          </ac:spMkLst>
        </pc:spChg>
        <pc:spChg chg="add mod">
          <ac:chgData name="Fernando Picco" userId="f8f2f64ecb73234d" providerId="LiveId" clId="{7A76FBD0-5BE9-4AD5-8E91-CC2992459D95}" dt="2025-11-22T04:13:11.330" v="9105" actId="20577"/>
          <ac:spMkLst>
            <pc:docMk/>
            <pc:sldMk cId="980790202" sldId="302"/>
            <ac:spMk id="9" creationId="{2DA2F8CD-BC75-35A6-1498-01FA3E57D331}"/>
          </ac:spMkLst>
        </pc:spChg>
        <pc:spChg chg="mod">
          <ac:chgData name="Fernando Picco" userId="f8f2f64ecb73234d" providerId="LiveId" clId="{7A76FBD0-5BE9-4AD5-8E91-CC2992459D95}" dt="2025-11-22T04:08:53.389" v="9057" actId="20577"/>
          <ac:spMkLst>
            <pc:docMk/>
            <pc:sldMk cId="980790202" sldId="302"/>
            <ac:spMk id="113" creationId="{9832F3D7-8230-D27C-ADBB-BA8A9EAE782C}"/>
          </ac:spMkLst>
        </pc:spChg>
        <pc:picChg chg="del">
          <ac:chgData name="Fernando Picco" userId="f8f2f64ecb73234d" providerId="LiveId" clId="{7A76FBD0-5BE9-4AD5-8E91-CC2992459D95}" dt="2025-11-22T04:09:39.302" v="9058" actId="478"/>
          <ac:picMkLst>
            <pc:docMk/>
            <pc:sldMk cId="980790202" sldId="302"/>
            <ac:picMk id="2" creationId="{945177FA-9338-2D7C-57B0-E7F1ECD71AE0}"/>
          </ac:picMkLst>
        </pc:picChg>
        <pc:picChg chg="add mod">
          <ac:chgData name="Fernando Picco" userId="f8f2f64ecb73234d" providerId="LiveId" clId="{7A76FBD0-5BE9-4AD5-8E91-CC2992459D95}" dt="2025-11-22T04:09:48.639" v="9061" actId="1076"/>
          <ac:picMkLst>
            <pc:docMk/>
            <pc:sldMk cId="980790202" sldId="302"/>
            <ac:picMk id="3" creationId="{1BC7A4AF-83DB-6183-083F-48B7ED428F64}"/>
          </ac:picMkLst>
        </pc:picChg>
        <pc:picChg chg="add mod">
          <ac:chgData name="Fernando Picco" userId="f8f2f64ecb73234d" providerId="LiveId" clId="{7A76FBD0-5BE9-4AD5-8E91-CC2992459D95}" dt="2025-11-22T04:12:52.988" v="9087" actId="1076"/>
          <ac:picMkLst>
            <pc:docMk/>
            <pc:sldMk cId="980790202" sldId="302"/>
            <ac:picMk id="4" creationId="{F9BF9E77-6828-CB36-5A0A-BB4259DD7B14}"/>
          </ac:picMkLst>
        </pc:picChg>
        <pc:picChg chg="add mod">
          <ac:chgData name="Fernando Picco" userId="f8f2f64ecb73234d" providerId="LiveId" clId="{7A76FBD0-5BE9-4AD5-8E91-CC2992459D95}" dt="2025-11-22T04:13:24.410" v="9107" actId="1076"/>
          <ac:picMkLst>
            <pc:docMk/>
            <pc:sldMk cId="980790202" sldId="302"/>
            <ac:picMk id="10" creationId="{89A2CDA6-213E-FFDF-816F-9A582AC1226B}"/>
          </ac:picMkLst>
        </pc:picChg>
      </pc:sldChg>
      <pc:sldChg chg="modSp add mod">
        <pc:chgData name="Fernando Picco" userId="f8f2f64ecb73234d" providerId="LiveId" clId="{7A76FBD0-5BE9-4AD5-8E91-CC2992459D95}" dt="2025-11-22T04:17:58.335" v="9194" actId="1076"/>
        <pc:sldMkLst>
          <pc:docMk/>
          <pc:sldMk cId="3234354306" sldId="303"/>
        </pc:sldMkLst>
        <pc:spChg chg="mod">
          <ac:chgData name="Fernando Picco" userId="f8f2f64ecb73234d" providerId="LiveId" clId="{7A76FBD0-5BE9-4AD5-8E91-CC2992459D95}" dt="2025-11-22T04:17:04.446" v="9168" actId="20577"/>
          <ac:spMkLst>
            <pc:docMk/>
            <pc:sldMk cId="3234354306" sldId="303"/>
            <ac:spMk id="8" creationId="{7255A705-ABD2-D8A4-9683-1F626F3FFF3D}"/>
          </ac:spMkLst>
        </pc:spChg>
        <pc:spChg chg="mod">
          <ac:chgData name="Fernando Picco" userId="f8f2f64ecb73234d" providerId="LiveId" clId="{7A76FBD0-5BE9-4AD5-8E91-CC2992459D95}" dt="2025-11-22T04:17:52.181" v="9193" actId="20577"/>
          <ac:spMkLst>
            <pc:docMk/>
            <pc:sldMk cId="3234354306" sldId="303"/>
            <ac:spMk id="9" creationId="{669AB2AC-C187-C5EB-AB5A-B2B6CC6923CC}"/>
          </ac:spMkLst>
        </pc:spChg>
        <pc:spChg chg="mod">
          <ac:chgData name="Fernando Picco" userId="f8f2f64ecb73234d" providerId="LiveId" clId="{7A76FBD0-5BE9-4AD5-8E91-CC2992459D95}" dt="2025-11-22T04:15:19.358" v="9134" actId="20577"/>
          <ac:spMkLst>
            <pc:docMk/>
            <pc:sldMk cId="3234354306" sldId="303"/>
            <ac:spMk id="113" creationId="{CA04295D-F2ED-45D4-4906-2B0B7120E3B7}"/>
          </ac:spMkLst>
        </pc:spChg>
        <pc:picChg chg="mod">
          <ac:chgData name="Fernando Picco" userId="f8f2f64ecb73234d" providerId="LiveId" clId="{7A76FBD0-5BE9-4AD5-8E91-CC2992459D95}" dt="2025-11-22T04:17:58.335" v="9194" actId="1076"/>
          <ac:picMkLst>
            <pc:docMk/>
            <pc:sldMk cId="3234354306" sldId="303"/>
            <ac:picMk id="10" creationId="{90B74BBA-AFC5-4318-7FB9-AC352DC8C478}"/>
          </ac:picMkLst>
        </pc:picChg>
      </pc:sldChg>
      <pc:sldChg chg="addSp delSp modSp add mod">
        <pc:chgData name="Fernando Picco" userId="f8f2f64ecb73234d" providerId="LiveId" clId="{7A76FBD0-5BE9-4AD5-8E91-CC2992459D95}" dt="2025-11-22T04:25:06.424" v="9339" actId="1076"/>
        <pc:sldMkLst>
          <pc:docMk/>
          <pc:sldMk cId="1077479562" sldId="304"/>
        </pc:sldMkLst>
        <pc:spChg chg="mod">
          <ac:chgData name="Fernando Picco" userId="f8f2f64ecb73234d" providerId="LiveId" clId="{7A76FBD0-5BE9-4AD5-8E91-CC2992459D95}" dt="2025-11-22T04:24:50.972" v="9338" actId="1076"/>
          <ac:spMkLst>
            <pc:docMk/>
            <pc:sldMk cId="1077479562" sldId="304"/>
            <ac:spMk id="6" creationId="{473B5A58-84E5-64F1-F11C-DDD55C1837FD}"/>
          </ac:spMkLst>
        </pc:spChg>
        <pc:spChg chg="add mod">
          <ac:chgData name="Fernando Picco" userId="f8f2f64ecb73234d" providerId="LiveId" clId="{7A76FBD0-5BE9-4AD5-8E91-CC2992459D95}" dt="2025-11-22T04:25:06.424" v="9339" actId="1076"/>
          <ac:spMkLst>
            <pc:docMk/>
            <pc:sldMk cId="1077479562" sldId="304"/>
            <ac:spMk id="7" creationId="{7CEED960-0712-127D-A07D-5BC3CD852FD8}"/>
          </ac:spMkLst>
        </pc:spChg>
        <pc:spChg chg="del">
          <ac:chgData name="Fernando Picco" userId="f8f2f64ecb73234d" providerId="LiveId" clId="{7A76FBD0-5BE9-4AD5-8E91-CC2992459D95}" dt="2025-11-22T04:19:30.541" v="9229" actId="478"/>
          <ac:spMkLst>
            <pc:docMk/>
            <pc:sldMk cId="1077479562" sldId="304"/>
            <ac:spMk id="8" creationId="{A922E26E-5CA7-8239-EAFC-D57F80CE2D41}"/>
          </ac:spMkLst>
        </pc:spChg>
        <pc:spChg chg="del">
          <ac:chgData name="Fernando Picco" userId="f8f2f64ecb73234d" providerId="LiveId" clId="{7A76FBD0-5BE9-4AD5-8E91-CC2992459D95}" dt="2025-11-22T04:19:28.761" v="9228" actId="478"/>
          <ac:spMkLst>
            <pc:docMk/>
            <pc:sldMk cId="1077479562" sldId="304"/>
            <ac:spMk id="9" creationId="{E96C7AA9-3004-F4E8-3802-A0CF4FFF81C5}"/>
          </ac:spMkLst>
        </pc:spChg>
        <pc:spChg chg="mod">
          <ac:chgData name="Fernando Picco" userId="f8f2f64ecb73234d" providerId="LiveId" clId="{7A76FBD0-5BE9-4AD5-8E91-CC2992459D95}" dt="2025-11-22T04:22:13.666" v="9247"/>
          <ac:spMkLst>
            <pc:docMk/>
            <pc:sldMk cId="1077479562" sldId="304"/>
            <ac:spMk id="113" creationId="{DA76691A-FB42-3687-5842-E990F59C39A3}"/>
          </ac:spMkLst>
        </pc:spChg>
        <pc:picChg chg="add mod">
          <ac:chgData name="Fernando Picco" userId="f8f2f64ecb73234d" providerId="LiveId" clId="{7A76FBD0-5BE9-4AD5-8E91-CC2992459D95}" dt="2025-11-22T04:20:41.052" v="9242" actId="1076"/>
          <ac:picMkLst>
            <pc:docMk/>
            <pc:sldMk cId="1077479562" sldId="304"/>
            <ac:picMk id="2" creationId="{2CB764AB-6D6A-9736-E54F-CF90A539E090}"/>
          </ac:picMkLst>
        </pc:picChg>
        <pc:picChg chg="del">
          <ac:chgData name="Fernando Picco" userId="f8f2f64ecb73234d" providerId="LiveId" clId="{7A76FBD0-5BE9-4AD5-8E91-CC2992459D95}" dt="2025-11-22T04:18:49.959" v="9216" actId="478"/>
          <ac:picMkLst>
            <pc:docMk/>
            <pc:sldMk cId="1077479562" sldId="304"/>
            <ac:picMk id="3" creationId="{AC50C037-96F5-C99C-2C06-CE709A7F6641}"/>
          </ac:picMkLst>
        </pc:picChg>
        <pc:picChg chg="del">
          <ac:chgData name="Fernando Picco" userId="f8f2f64ecb73234d" providerId="LiveId" clId="{7A76FBD0-5BE9-4AD5-8E91-CC2992459D95}" dt="2025-11-22T04:19:27.126" v="9227" actId="478"/>
          <ac:picMkLst>
            <pc:docMk/>
            <pc:sldMk cId="1077479562" sldId="304"/>
            <ac:picMk id="4" creationId="{D1D5708E-AFCD-C391-DD98-8FB21D98E325}"/>
          </ac:picMkLst>
        </pc:picChg>
        <pc:picChg chg="add mod modCrop">
          <ac:chgData name="Fernando Picco" userId="f8f2f64ecb73234d" providerId="LiveId" clId="{7A76FBD0-5BE9-4AD5-8E91-CC2992459D95}" dt="2025-11-22T04:20:51.083" v="9244" actId="1076"/>
          <ac:picMkLst>
            <pc:docMk/>
            <pc:sldMk cId="1077479562" sldId="304"/>
            <ac:picMk id="5" creationId="{1BD55F97-A554-F848-E873-3F72FF7A987D}"/>
          </ac:picMkLst>
        </pc:picChg>
        <pc:picChg chg="del">
          <ac:chgData name="Fernando Picco" userId="f8f2f64ecb73234d" providerId="LiveId" clId="{7A76FBD0-5BE9-4AD5-8E91-CC2992459D95}" dt="2025-11-22T04:19:26.370" v="9226" actId="478"/>
          <ac:picMkLst>
            <pc:docMk/>
            <pc:sldMk cId="1077479562" sldId="304"/>
            <ac:picMk id="10" creationId="{3BD1F261-5CA7-AF65-AC83-CAC202463EF6}"/>
          </ac:picMkLst>
        </pc:picChg>
      </pc:sldChg>
      <pc:sldChg chg="addSp delSp modSp add mod">
        <pc:chgData name="Fernando Picco" userId="f8f2f64ecb73234d" providerId="LiveId" clId="{7A76FBD0-5BE9-4AD5-8E91-CC2992459D95}" dt="2025-11-22T04:36:32.360" v="9406" actId="12"/>
        <pc:sldMkLst>
          <pc:docMk/>
          <pc:sldMk cId="3337538682" sldId="305"/>
        </pc:sldMkLst>
        <pc:spChg chg="add mod">
          <ac:chgData name="Fernando Picco" userId="f8f2f64ecb73234d" providerId="LiveId" clId="{7A76FBD0-5BE9-4AD5-8E91-CC2992459D95}" dt="2025-11-22T04:36:32.360" v="9406" actId="12"/>
          <ac:spMkLst>
            <pc:docMk/>
            <pc:sldMk cId="3337538682" sldId="305"/>
            <ac:spMk id="4" creationId="{3E9CB900-493F-ADF1-8D0D-CF2974F920EF}"/>
          </ac:spMkLst>
        </pc:spChg>
        <pc:spChg chg="del">
          <ac:chgData name="Fernando Picco" userId="f8f2f64ecb73234d" providerId="LiveId" clId="{7A76FBD0-5BE9-4AD5-8E91-CC2992459D95}" dt="2025-11-22T04:27:45.176" v="9372" actId="478"/>
          <ac:spMkLst>
            <pc:docMk/>
            <pc:sldMk cId="3337538682" sldId="305"/>
            <ac:spMk id="6" creationId="{98927866-2884-0183-6072-F01CF7941762}"/>
          </ac:spMkLst>
        </pc:spChg>
        <pc:spChg chg="del">
          <ac:chgData name="Fernando Picco" userId="f8f2f64ecb73234d" providerId="LiveId" clId="{7A76FBD0-5BE9-4AD5-8E91-CC2992459D95}" dt="2025-11-22T04:27:46.276" v="9373" actId="478"/>
          <ac:spMkLst>
            <pc:docMk/>
            <pc:sldMk cId="3337538682" sldId="305"/>
            <ac:spMk id="7" creationId="{6E0B0D32-D41A-5F6D-6D4D-BCDE4098F2B4}"/>
          </ac:spMkLst>
        </pc:spChg>
        <pc:spChg chg="mod">
          <ac:chgData name="Fernando Picco" userId="f8f2f64ecb73234d" providerId="LiveId" clId="{7A76FBD0-5BE9-4AD5-8E91-CC2992459D95}" dt="2025-11-22T04:27:31.178" v="9370" actId="20577"/>
          <ac:spMkLst>
            <pc:docMk/>
            <pc:sldMk cId="3337538682" sldId="305"/>
            <ac:spMk id="113" creationId="{4D7717ED-A97C-4BB4-CF73-C2544C329E0D}"/>
          </ac:spMkLst>
        </pc:spChg>
        <pc:picChg chg="del">
          <ac:chgData name="Fernando Picco" userId="f8f2f64ecb73234d" providerId="LiveId" clId="{7A76FBD0-5BE9-4AD5-8E91-CC2992459D95}" dt="2025-11-22T04:27:43.355" v="9371" actId="478"/>
          <ac:picMkLst>
            <pc:docMk/>
            <pc:sldMk cId="3337538682" sldId="305"/>
            <ac:picMk id="2" creationId="{9C29493E-BEEF-6C83-2C1A-F37F30B2EED7}"/>
          </ac:picMkLst>
        </pc:picChg>
        <pc:picChg chg="add mod">
          <ac:chgData name="Fernando Picco" userId="f8f2f64ecb73234d" providerId="LiveId" clId="{7A76FBD0-5BE9-4AD5-8E91-CC2992459D95}" dt="2025-11-22T04:34:02.806" v="9384" actId="1076"/>
          <ac:picMkLst>
            <pc:docMk/>
            <pc:sldMk cId="3337538682" sldId="305"/>
            <ac:picMk id="3" creationId="{BD3747C4-0BB5-346B-AD69-D4709E7845C3}"/>
          </ac:picMkLst>
        </pc:picChg>
        <pc:picChg chg="del">
          <ac:chgData name="Fernando Picco" userId="f8f2f64ecb73234d" providerId="LiveId" clId="{7A76FBD0-5BE9-4AD5-8E91-CC2992459D95}" dt="2025-11-22T04:27:46.758" v="9374" actId="478"/>
          <ac:picMkLst>
            <pc:docMk/>
            <pc:sldMk cId="3337538682" sldId="305"/>
            <ac:picMk id="5" creationId="{E82A0ADE-4282-9135-42AE-04C27A04BAD8}"/>
          </ac:picMkLst>
        </pc:picChg>
      </pc:sldChg>
      <pc:sldChg chg="addSp delSp modSp add mod">
        <pc:chgData name="Fernando Picco" userId="f8f2f64ecb73234d" providerId="LiveId" clId="{7A76FBD0-5BE9-4AD5-8E91-CC2992459D95}" dt="2025-11-22T04:49:22.437" v="9736" actId="20577"/>
        <pc:sldMkLst>
          <pc:docMk/>
          <pc:sldMk cId="1638065314" sldId="306"/>
        </pc:sldMkLst>
        <pc:spChg chg="del">
          <ac:chgData name="Fernando Picco" userId="f8f2f64ecb73234d" providerId="LiveId" clId="{7A76FBD0-5BE9-4AD5-8E91-CC2992459D95}" dt="2025-11-22T04:37:02.051" v="9408" actId="478"/>
          <ac:spMkLst>
            <pc:docMk/>
            <pc:sldMk cId="1638065314" sldId="306"/>
            <ac:spMk id="4" creationId="{EBBC8139-4749-1F64-D52E-C20B3427C8D0}"/>
          </ac:spMkLst>
        </pc:spChg>
        <pc:spChg chg="mod">
          <ac:chgData name="Fernando Picco" userId="f8f2f64ecb73234d" providerId="LiveId" clId="{7A76FBD0-5BE9-4AD5-8E91-CC2992459D95}" dt="2025-11-22T04:49:22.437" v="9736" actId="20577"/>
          <ac:spMkLst>
            <pc:docMk/>
            <pc:sldMk cId="1638065314" sldId="306"/>
            <ac:spMk id="113" creationId="{9052C93D-8B4F-7411-070B-57F49D772CB0}"/>
          </ac:spMkLst>
        </pc:spChg>
        <pc:picChg chg="add del mod">
          <ac:chgData name="Fernando Picco" userId="f8f2f64ecb73234d" providerId="LiveId" clId="{7A76FBD0-5BE9-4AD5-8E91-CC2992459D95}" dt="2025-11-22T04:39:11.712" v="9415" actId="478"/>
          <ac:picMkLst>
            <pc:docMk/>
            <pc:sldMk cId="1638065314" sldId="306"/>
            <ac:picMk id="2" creationId="{BE3769A3-ED27-1195-3AD1-72A137DB2EF7}"/>
          </ac:picMkLst>
        </pc:picChg>
        <pc:picChg chg="del">
          <ac:chgData name="Fernando Picco" userId="f8f2f64ecb73234d" providerId="LiveId" clId="{7A76FBD0-5BE9-4AD5-8E91-CC2992459D95}" dt="2025-11-22T04:37:03.051" v="9409" actId="478"/>
          <ac:picMkLst>
            <pc:docMk/>
            <pc:sldMk cId="1638065314" sldId="306"/>
            <ac:picMk id="3" creationId="{C793F358-A6C0-9019-E7F0-EE5CC79C0757}"/>
          </ac:picMkLst>
        </pc:picChg>
        <pc:picChg chg="add mod">
          <ac:chgData name="Fernando Picco" userId="f8f2f64ecb73234d" providerId="LiveId" clId="{7A76FBD0-5BE9-4AD5-8E91-CC2992459D95}" dt="2025-11-22T04:39:15.964" v="9417" actId="1076"/>
          <ac:picMkLst>
            <pc:docMk/>
            <pc:sldMk cId="1638065314" sldId="306"/>
            <ac:picMk id="5" creationId="{A48F7CB7-6DE1-1BA5-81D9-B7EE27988BB6}"/>
          </ac:picMkLst>
        </pc:picChg>
        <pc:picChg chg="add mod">
          <ac:chgData name="Fernando Picco" userId="f8f2f64ecb73234d" providerId="LiveId" clId="{7A76FBD0-5BE9-4AD5-8E91-CC2992459D95}" dt="2025-11-22T04:39:25.256" v="9419" actId="1076"/>
          <ac:picMkLst>
            <pc:docMk/>
            <pc:sldMk cId="1638065314" sldId="306"/>
            <ac:picMk id="6" creationId="{387FAADE-7C72-6FCB-8E5A-5D4FEEA2C4B4}"/>
          </ac:picMkLst>
        </pc:picChg>
      </pc:sldChg>
      <pc:sldChg chg="addSp delSp modSp add mod">
        <pc:chgData name="Fernando Picco" userId="f8f2f64ecb73234d" providerId="LiveId" clId="{7A76FBD0-5BE9-4AD5-8E91-CC2992459D95}" dt="2025-11-22T04:49:42.699" v="9737"/>
        <pc:sldMkLst>
          <pc:docMk/>
          <pc:sldMk cId="2085129796" sldId="307"/>
        </pc:sldMkLst>
        <pc:spChg chg="add mod">
          <ac:chgData name="Fernando Picco" userId="f8f2f64ecb73234d" providerId="LiveId" clId="{7A76FBD0-5BE9-4AD5-8E91-CC2992459D95}" dt="2025-11-22T04:44:15.120" v="9461" actId="1036"/>
          <ac:spMkLst>
            <pc:docMk/>
            <pc:sldMk cId="2085129796" sldId="307"/>
            <ac:spMk id="3" creationId="{DE42E38E-9148-6276-2BE1-2B7D92A24C0D}"/>
          </ac:spMkLst>
        </pc:spChg>
        <pc:spChg chg="mod">
          <ac:chgData name="Fernando Picco" userId="f8f2f64ecb73234d" providerId="LiveId" clId="{7A76FBD0-5BE9-4AD5-8E91-CC2992459D95}" dt="2025-11-22T04:49:42.699" v="9737"/>
          <ac:spMkLst>
            <pc:docMk/>
            <pc:sldMk cId="2085129796" sldId="307"/>
            <ac:spMk id="113" creationId="{101FA27D-7B69-C89D-F7EE-D9530C64A5CF}"/>
          </ac:spMkLst>
        </pc:spChg>
        <pc:picChg chg="add mod">
          <ac:chgData name="Fernando Picco" userId="f8f2f64ecb73234d" providerId="LiveId" clId="{7A76FBD0-5BE9-4AD5-8E91-CC2992459D95}" dt="2025-11-22T04:44:13.041" v="9455" actId="1036"/>
          <ac:picMkLst>
            <pc:docMk/>
            <pc:sldMk cId="2085129796" sldId="307"/>
            <ac:picMk id="2" creationId="{C06300DA-3F6B-8356-7C82-B6B6F3377438}"/>
          </ac:picMkLst>
        </pc:picChg>
        <pc:picChg chg="del">
          <ac:chgData name="Fernando Picco" userId="f8f2f64ecb73234d" providerId="LiveId" clId="{7A76FBD0-5BE9-4AD5-8E91-CC2992459D95}" dt="2025-11-22T04:39:39.076" v="9422" actId="478"/>
          <ac:picMkLst>
            <pc:docMk/>
            <pc:sldMk cId="2085129796" sldId="307"/>
            <ac:picMk id="5" creationId="{5C44E792-12DF-A59F-083D-B6CFDF202982}"/>
          </ac:picMkLst>
        </pc:picChg>
        <pc:picChg chg="del">
          <ac:chgData name="Fernando Picco" userId="f8f2f64ecb73234d" providerId="LiveId" clId="{7A76FBD0-5BE9-4AD5-8E91-CC2992459D95}" dt="2025-11-22T04:39:38.586" v="9421" actId="478"/>
          <ac:picMkLst>
            <pc:docMk/>
            <pc:sldMk cId="2085129796" sldId="307"/>
            <ac:picMk id="6" creationId="{A7DF18DF-BC2C-5D56-DF96-18FFB730A8D4}"/>
          </ac:picMkLst>
        </pc:picChg>
      </pc:sldChg>
      <pc:sldChg chg="addSp delSp modSp add mod">
        <pc:chgData name="Fernando Picco" userId="f8f2f64ecb73234d" providerId="LiveId" clId="{7A76FBD0-5BE9-4AD5-8E91-CC2992459D95}" dt="2025-11-22T04:54:14.949" v="9825" actId="207"/>
        <pc:sldMkLst>
          <pc:docMk/>
          <pc:sldMk cId="2355016615" sldId="308"/>
        </pc:sldMkLst>
        <pc:spChg chg="mod">
          <ac:chgData name="Fernando Picco" userId="f8f2f64ecb73234d" providerId="LiveId" clId="{7A76FBD0-5BE9-4AD5-8E91-CC2992459D95}" dt="2025-11-22T04:52:31.873" v="9804" actId="1076"/>
          <ac:spMkLst>
            <pc:docMk/>
            <pc:sldMk cId="2355016615" sldId="308"/>
            <ac:spMk id="3" creationId="{3E8FEB81-5412-0E90-1280-8E4CD5EBA6CD}"/>
          </ac:spMkLst>
        </pc:spChg>
        <pc:spChg chg="add mod">
          <ac:chgData name="Fernando Picco" userId="f8f2f64ecb73234d" providerId="LiveId" clId="{7A76FBD0-5BE9-4AD5-8E91-CC2992459D95}" dt="2025-11-22T04:54:14.949" v="9825" actId="207"/>
          <ac:spMkLst>
            <pc:docMk/>
            <pc:sldMk cId="2355016615" sldId="308"/>
            <ac:spMk id="6" creationId="{CE546FC1-0124-D3BB-45FF-083BC5F7A1A1}"/>
          </ac:spMkLst>
        </pc:spChg>
        <pc:spChg chg="mod">
          <ac:chgData name="Fernando Picco" userId="f8f2f64ecb73234d" providerId="LiveId" clId="{7A76FBD0-5BE9-4AD5-8E91-CC2992459D95}" dt="2025-11-22T04:49:59.911" v="9782" actId="20577"/>
          <ac:spMkLst>
            <pc:docMk/>
            <pc:sldMk cId="2355016615" sldId="308"/>
            <ac:spMk id="113" creationId="{1F966E72-8F90-4B8E-1F81-602F6CA6D08F}"/>
          </ac:spMkLst>
        </pc:spChg>
        <pc:picChg chg="del">
          <ac:chgData name="Fernando Picco" userId="f8f2f64ecb73234d" providerId="LiveId" clId="{7A76FBD0-5BE9-4AD5-8E91-CC2992459D95}" dt="2025-11-22T04:45:10.523" v="9534" actId="478"/>
          <ac:picMkLst>
            <pc:docMk/>
            <pc:sldMk cId="2355016615" sldId="308"/>
            <ac:picMk id="2" creationId="{3063E6BD-3FA0-88FE-FD60-8CEE68129047}"/>
          </ac:picMkLst>
        </pc:picChg>
        <pc:picChg chg="add mod">
          <ac:chgData name="Fernando Picco" userId="f8f2f64ecb73234d" providerId="LiveId" clId="{7A76FBD0-5BE9-4AD5-8E91-CC2992459D95}" dt="2025-11-22T04:51:53.834" v="9801" actId="1076"/>
          <ac:picMkLst>
            <pc:docMk/>
            <pc:sldMk cId="2355016615" sldId="308"/>
            <ac:picMk id="4" creationId="{E5C67B38-3755-197B-16C0-5D0E2BEB9041}"/>
          </ac:picMkLst>
        </pc:picChg>
        <pc:picChg chg="add mod">
          <ac:chgData name="Fernando Picco" userId="f8f2f64ecb73234d" providerId="LiveId" clId="{7A76FBD0-5BE9-4AD5-8E91-CC2992459D95}" dt="2025-11-22T04:52:26.922" v="9803" actId="1076"/>
          <ac:picMkLst>
            <pc:docMk/>
            <pc:sldMk cId="2355016615" sldId="308"/>
            <ac:picMk id="5" creationId="{046F1A9F-FF7E-44E5-BD6E-9BA169608704}"/>
          </ac:picMkLst>
        </pc:picChg>
      </pc:sldChg>
      <pc:sldChg chg="addSp delSp modSp add mod">
        <pc:chgData name="Fernando Picco" userId="f8f2f64ecb73234d" providerId="LiveId" clId="{7A76FBD0-5BE9-4AD5-8E91-CC2992459D95}" dt="2025-11-22T05:02:00.906" v="10093"/>
        <pc:sldMkLst>
          <pc:docMk/>
          <pc:sldMk cId="1681981287" sldId="309"/>
        </pc:sldMkLst>
        <pc:spChg chg="add mod">
          <ac:chgData name="Fernando Picco" userId="f8f2f64ecb73234d" providerId="LiveId" clId="{7A76FBD0-5BE9-4AD5-8E91-CC2992459D95}" dt="2025-11-22T05:02:00.906" v="10093"/>
          <ac:spMkLst>
            <pc:docMk/>
            <pc:sldMk cId="1681981287" sldId="309"/>
            <ac:spMk id="2" creationId="{94CB8B23-0494-BA62-7934-20AEF57967F2}"/>
          </ac:spMkLst>
        </pc:spChg>
        <pc:spChg chg="del">
          <ac:chgData name="Fernando Picco" userId="f8f2f64ecb73234d" providerId="LiveId" clId="{7A76FBD0-5BE9-4AD5-8E91-CC2992459D95}" dt="2025-11-22T04:54:49.465" v="9839" actId="478"/>
          <ac:spMkLst>
            <pc:docMk/>
            <pc:sldMk cId="1681981287" sldId="309"/>
            <ac:spMk id="3" creationId="{56117027-B9CF-3393-E7FF-9F60630A02CB}"/>
          </ac:spMkLst>
        </pc:spChg>
        <pc:spChg chg="del">
          <ac:chgData name="Fernando Picco" userId="f8f2f64ecb73234d" providerId="LiveId" clId="{7A76FBD0-5BE9-4AD5-8E91-CC2992459D95}" dt="2025-11-22T04:54:53.334" v="9842" actId="478"/>
          <ac:spMkLst>
            <pc:docMk/>
            <pc:sldMk cId="1681981287" sldId="309"/>
            <ac:spMk id="6" creationId="{C4A629AC-C766-AE3D-4348-D12C6B54769B}"/>
          </ac:spMkLst>
        </pc:spChg>
        <pc:spChg chg="mod">
          <ac:chgData name="Fernando Picco" userId="f8f2f64ecb73234d" providerId="LiveId" clId="{7A76FBD0-5BE9-4AD5-8E91-CC2992459D95}" dt="2025-11-22T04:54:45.400" v="9838" actId="20577"/>
          <ac:spMkLst>
            <pc:docMk/>
            <pc:sldMk cId="1681981287" sldId="309"/>
            <ac:spMk id="113" creationId="{A57EAB4C-AF5F-22DB-64C7-187ECBEF2563}"/>
          </ac:spMkLst>
        </pc:spChg>
        <pc:picChg chg="del">
          <ac:chgData name="Fernando Picco" userId="f8f2f64ecb73234d" providerId="LiveId" clId="{7A76FBD0-5BE9-4AD5-8E91-CC2992459D95}" dt="2025-11-22T04:54:50.034" v="9840" actId="478"/>
          <ac:picMkLst>
            <pc:docMk/>
            <pc:sldMk cId="1681981287" sldId="309"/>
            <ac:picMk id="4" creationId="{C45CCEEB-40BD-F8AA-93A9-1F644FDBE31A}"/>
          </ac:picMkLst>
        </pc:picChg>
        <pc:picChg chg="del">
          <ac:chgData name="Fernando Picco" userId="f8f2f64ecb73234d" providerId="LiveId" clId="{7A76FBD0-5BE9-4AD5-8E91-CC2992459D95}" dt="2025-11-22T04:54:50.669" v="9841" actId="478"/>
          <ac:picMkLst>
            <pc:docMk/>
            <pc:sldMk cId="1681981287" sldId="309"/>
            <ac:picMk id="5" creationId="{9F5148FB-6958-A0C9-8226-9CA102073EDD}"/>
          </ac:picMkLst>
        </pc:picChg>
      </pc:sldChg>
      <pc:sldChg chg="delSp modSp add mod">
        <pc:chgData name="Fernando Picco" userId="f8f2f64ecb73234d" providerId="LiveId" clId="{7A76FBD0-5BE9-4AD5-8E91-CC2992459D95}" dt="2025-11-22T05:04:47.115" v="10137" actId="1076"/>
        <pc:sldMkLst>
          <pc:docMk/>
          <pc:sldMk cId="3271345649" sldId="310"/>
        </pc:sldMkLst>
        <pc:spChg chg="mod">
          <ac:chgData name="Fernando Picco" userId="f8f2f64ecb73234d" providerId="LiveId" clId="{7A76FBD0-5BE9-4AD5-8E91-CC2992459D95}" dt="2025-11-22T05:04:47.115" v="10137" actId="1076"/>
          <ac:spMkLst>
            <pc:docMk/>
            <pc:sldMk cId="3271345649" sldId="310"/>
            <ac:spMk id="2" creationId="{4EBCAF9F-B9B0-79AE-506D-12259E5E9D36}"/>
          </ac:spMkLst>
        </pc:spChg>
        <pc:spChg chg="del">
          <ac:chgData name="Fernando Picco" userId="f8f2f64ecb73234d" providerId="LiveId" clId="{7A76FBD0-5BE9-4AD5-8E91-CC2992459D95}" dt="2025-11-22T04:56:20.468" v="9877" actId="478"/>
          <ac:spMkLst>
            <pc:docMk/>
            <pc:sldMk cId="3271345649" sldId="310"/>
            <ac:spMk id="113" creationId="{EC508B40-FD5D-EF64-EE2B-7E42F58E6CB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E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8483b2d1b8_2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D63498CA-B050-846A-2003-DD90FE36D24B}"/>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5946D4AB-7802-115C-801A-CB09A481D6D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EE343C4C-A148-83C7-6A98-158FBDA793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1937516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624391FA-DFA9-7877-824B-B02DE357034B}"/>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F645D961-AE78-655A-796E-67C3C8A4907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93C32B29-4230-4B73-8363-B12CC515D8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2772635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E306ECC1-D22E-E9B8-9588-D422C6CF4961}"/>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B08F92DE-CC10-A1A5-DAB7-0D19E8BDF55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9836FE53-E77F-BB55-3074-D0940AA6AD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2197692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E319444F-E075-DA21-1D7F-B9110A3DA15E}"/>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B49B2483-1DF4-861E-7F10-D9E587F76B8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5BFC0128-70F1-9A3B-C1F5-5B36D197F8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3812217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6594194A-E354-6142-BADE-927FB5DA773C}"/>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647F1CD5-F4B9-F11E-D825-90D06E0E72C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CDAF4381-A9FC-CF36-105A-3757A2EEB2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424258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0DE75FA1-EB99-0BC5-AE2E-7543C2684F09}"/>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1EE9A1BF-9CB8-F5D8-C950-A1BEFA274F8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FDF8DE6D-065D-64D9-C038-F9002E7A27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828672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62961C6F-81FC-48DD-AA7C-D7A8F8E7CB05}"/>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807A39EA-AFEF-931E-5AE9-8EDE2361E61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C18296A3-30C7-62C4-7C89-2BCBE24622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35771480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5FC03EF-97AC-159C-53D8-2EE55DD63450}"/>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01DBB817-8F6A-B535-AAD3-760F8BFA09D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A2270DD2-5939-2391-CF33-A2D58A0775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1206736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F31DC31B-715F-5A4A-90E5-03BF6819F2ED}"/>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B37CB4AA-C19A-453D-1F81-271D9625630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9AD16098-D9FB-7114-FE65-4BA3A92CD3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2289943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FC5176D1-7671-9D43-B323-16B2D71E6371}"/>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BB9D6CAF-1708-DB6C-32F1-60174370C52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B963BA88-67B4-14ED-D56C-F2478459C4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1036482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83DBBC97-F586-184E-08A0-B7602DDFB742}"/>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99F35DA9-7CB8-CC45-F98C-FF1FC185FF9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16F861EC-2263-4FF8-A129-725710962C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2792628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3B00844A-6FCA-6CB8-76E5-919ABCFC96E0}"/>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428A7CCB-1E2B-9D2A-DDA0-8289D56CBA5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607695AC-7CC1-4AAF-59D1-4905AD8A96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2965451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A3117B4F-DCDB-371C-4B1C-85E369AF89C8}"/>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42821108-3820-3784-D974-7B19B8FA9926}"/>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24642E8F-7FDB-AA1E-55E8-8F3307BF3E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17417703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892B4111-2F79-05CC-59A0-66BAF1533B7C}"/>
            </a:ext>
          </a:extLst>
        </p:cNvPr>
        <p:cNvGrpSpPr/>
        <p:nvPr/>
      </p:nvGrpSpPr>
      <p:grpSpPr>
        <a:xfrm>
          <a:off x="0" y="0"/>
          <a:ext cx="0" cy="0"/>
          <a:chOff x="0" y="0"/>
          <a:chExt cx="0" cy="0"/>
        </a:xfrm>
      </p:grpSpPr>
      <p:sp>
        <p:nvSpPr>
          <p:cNvPr id="108" name="Google Shape;108;g38483b2d1b8_2_0:notes">
            <a:extLst>
              <a:ext uri="{FF2B5EF4-FFF2-40B4-BE49-F238E27FC236}">
                <a16:creationId xmlns:a16="http://schemas.microsoft.com/office/drawing/2014/main" id="{56C2AF62-4CCF-D569-A035-6B4B7D1A890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8483b2d1b8_2_0:notes">
            <a:extLst>
              <a:ext uri="{FF2B5EF4-FFF2-40B4-BE49-F238E27FC236}">
                <a16:creationId xmlns:a16="http://schemas.microsoft.com/office/drawing/2014/main" id="{E6B6EB1F-06C1-14A1-BF27-62BF70F74E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2247546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1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6"/>
          <p:cNvSpPr>
            <a:spLocks noGrp="1"/>
          </p:cNvSpPr>
          <p:nvPr>
            <p:ph type="pic" idx="2"/>
          </p:nvPr>
        </p:nvSpPr>
        <p:spPr>
          <a:xfrm>
            <a:off x="5183188" y="987425"/>
            <a:ext cx="6172200" cy="4873625"/>
          </a:xfrm>
          <a:prstGeom prst="rect">
            <a:avLst/>
          </a:prstGeom>
          <a:noFill/>
          <a:ln>
            <a:noFill/>
          </a:ln>
        </p:spPr>
        <p:txBody>
          <a:bodyPr/>
          <a:lstStyle/>
          <a:p>
            <a:endParaRPr lang="es-ES"/>
          </a:p>
        </p:txBody>
      </p:sp>
      <p:sp>
        <p:nvSpPr>
          <p:cNvPr id="68" name="Google Shape;68;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9C9C9"/>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txBox="1"/>
          <p:nvPr/>
        </p:nvSpPr>
        <p:spPr>
          <a:xfrm>
            <a:off x="8016282" y="1993517"/>
            <a:ext cx="3491011"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Calibri"/>
              <a:buNone/>
            </a:pPr>
            <a:r>
              <a:rPr lang="es-ES" sz="1800" b="1" i="0" u="none" strike="noStrike" cap="none">
                <a:solidFill>
                  <a:srgbClr val="000000"/>
                </a:solidFill>
                <a:latin typeface="Calibri"/>
                <a:ea typeface="Calibri"/>
                <a:cs typeface="Calibri"/>
                <a:sym typeface="Calibri"/>
              </a:rPr>
              <a:t>Universidad Tecnológica Nacional</a:t>
            </a:r>
            <a:endParaRPr/>
          </a:p>
        </p:txBody>
      </p:sp>
      <p:pic>
        <p:nvPicPr>
          <p:cNvPr id="89" name="Google Shape;89;p1"/>
          <p:cNvPicPr preferRelativeResize="0"/>
          <p:nvPr/>
        </p:nvPicPr>
        <p:blipFill rotWithShape="1">
          <a:blip r:embed="rId3">
            <a:alphaModFix/>
          </a:blip>
          <a:srcRect/>
          <a:stretch/>
        </p:blipFill>
        <p:spPr>
          <a:xfrm>
            <a:off x="8471754" y="2467254"/>
            <a:ext cx="2580068" cy="3087622"/>
          </a:xfrm>
          <a:prstGeom prst="rect">
            <a:avLst/>
          </a:prstGeom>
          <a:noFill/>
          <a:ln>
            <a:noFill/>
          </a:ln>
        </p:spPr>
      </p:pic>
      <p:sp>
        <p:nvSpPr>
          <p:cNvPr id="90" name="Google Shape;90;p1"/>
          <p:cNvSpPr txBox="1"/>
          <p:nvPr/>
        </p:nvSpPr>
        <p:spPr>
          <a:xfrm>
            <a:off x="856582" y="999176"/>
            <a:ext cx="6265333"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Calibri"/>
              <a:buNone/>
            </a:pPr>
            <a:r>
              <a:rPr lang="es-ES" sz="3200" b="1" i="0" u="none" strike="noStrike" cap="none" dirty="0">
                <a:solidFill>
                  <a:srgbClr val="000000"/>
                </a:solidFill>
                <a:latin typeface="Calibri"/>
                <a:ea typeface="Calibri"/>
                <a:cs typeface="Calibri"/>
                <a:sym typeface="Calibri"/>
              </a:rPr>
              <a:t>Trabajo Práctico Integrador</a:t>
            </a:r>
            <a:endParaRPr dirty="0"/>
          </a:p>
        </p:txBody>
      </p:sp>
      <p:sp>
        <p:nvSpPr>
          <p:cNvPr id="91" name="Google Shape;91;p1"/>
          <p:cNvSpPr txBox="1"/>
          <p:nvPr/>
        </p:nvSpPr>
        <p:spPr>
          <a:xfrm>
            <a:off x="417689" y="3533405"/>
            <a:ext cx="626533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s-ES" sz="1800" b="1" i="0" u="none" strike="noStrike" cap="none" dirty="0">
                <a:solidFill>
                  <a:srgbClr val="000000"/>
                </a:solidFill>
                <a:latin typeface="Calibri"/>
                <a:ea typeface="Calibri"/>
                <a:cs typeface="Calibri"/>
                <a:sym typeface="Calibri"/>
              </a:rPr>
              <a:t>Materia: </a:t>
            </a:r>
            <a:r>
              <a:rPr lang="es-ES" sz="1800" b="0" i="0" u="none" strike="noStrike" cap="none" dirty="0">
                <a:solidFill>
                  <a:srgbClr val="000000"/>
                </a:solidFill>
                <a:latin typeface="Calibri"/>
                <a:ea typeface="Calibri"/>
                <a:cs typeface="Calibri"/>
                <a:sym typeface="Calibri"/>
              </a:rPr>
              <a:t> Arquitectura y Sistemas Operativos (</a:t>
            </a:r>
            <a:r>
              <a:rPr lang="es-ES" sz="1800" b="0" i="0" u="none" strike="noStrike" cap="none" dirty="0" err="1">
                <a:solidFill>
                  <a:srgbClr val="000000"/>
                </a:solidFill>
                <a:latin typeface="Calibri"/>
                <a:ea typeface="Calibri"/>
                <a:cs typeface="Calibri"/>
                <a:sym typeface="Calibri"/>
              </a:rPr>
              <a:t>AySO</a:t>
            </a:r>
            <a:r>
              <a:rPr lang="es-ES" sz="1800" b="0" i="0" u="none" strike="noStrike" cap="none" dirty="0">
                <a:solidFill>
                  <a:srgbClr val="000000"/>
                </a:solidFill>
                <a:latin typeface="Calibri"/>
                <a:ea typeface="Calibri"/>
                <a:cs typeface="Calibri"/>
                <a:sym typeface="Calibri"/>
              </a:rPr>
              <a:t>)</a:t>
            </a:r>
            <a:endParaRPr dirty="0"/>
          </a:p>
        </p:txBody>
      </p:sp>
      <p:sp>
        <p:nvSpPr>
          <p:cNvPr id="92" name="Google Shape;92;p1"/>
          <p:cNvSpPr txBox="1"/>
          <p:nvPr/>
        </p:nvSpPr>
        <p:spPr>
          <a:xfrm>
            <a:off x="417689" y="4268784"/>
            <a:ext cx="62652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s-ES" sz="1800" b="1" i="0" u="none" strike="noStrike" cap="none" dirty="0">
                <a:solidFill>
                  <a:srgbClr val="000000"/>
                </a:solidFill>
                <a:latin typeface="Calibri"/>
                <a:ea typeface="Calibri"/>
                <a:cs typeface="Calibri"/>
                <a:sym typeface="Calibri"/>
              </a:rPr>
              <a:t>Profesores: </a:t>
            </a:r>
            <a:r>
              <a:rPr lang="es-ES" sz="1800" i="0" u="none" strike="noStrike" cap="none" dirty="0">
                <a:solidFill>
                  <a:srgbClr val="000000"/>
                </a:solidFill>
                <a:latin typeface="Calibri"/>
                <a:ea typeface="Calibri"/>
                <a:cs typeface="Calibri"/>
                <a:sym typeface="Calibri"/>
              </a:rPr>
              <a:t> Martín </a:t>
            </a:r>
            <a:r>
              <a:rPr lang="es-ES" sz="1800" i="0" u="none" strike="noStrike" cap="none" dirty="0" err="1">
                <a:solidFill>
                  <a:srgbClr val="000000"/>
                </a:solidFill>
                <a:latin typeface="Calibri"/>
                <a:ea typeface="Calibri"/>
                <a:cs typeface="Calibri"/>
                <a:sym typeface="Calibri"/>
              </a:rPr>
              <a:t>Aristiaran</a:t>
            </a:r>
            <a:r>
              <a:rPr lang="es-ES" sz="1800" i="0" u="none" strike="noStrike" cap="none" dirty="0">
                <a:solidFill>
                  <a:srgbClr val="000000"/>
                </a:solidFill>
                <a:latin typeface="Calibri"/>
                <a:ea typeface="Calibri"/>
                <a:cs typeface="Calibri"/>
                <a:sym typeface="Calibri"/>
              </a:rPr>
              <a:t> (</a:t>
            </a:r>
            <a:r>
              <a:rPr lang="es-ES" sz="1800" dirty="0">
                <a:latin typeface="Calibri"/>
                <a:ea typeface="Calibri"/>
                <a:cs typeface="Calibri"/>
                <a:sym typeface="Calibri"/>
              </a:rPr>
              <a:t>T</a:t>
            </a:r>
            <a:r>
              <a:rPr lang="es-ES" sz="1800" i="0" u="none" strike="noStrike" cap="none" dirty="0">
                <a:solidFill>
                  <a:srgbClr val="000000"/>
                </a:solidFill>
                <a:latin typeface="Calibri"/>
                <a:ea typeface="Calibri"/>
                <a:cs typeface="Calibri"/>
                <a:sym typeface="Calibri"/>
              </a:rPr>
              <a:t>itular) </a:t>
            </a:r>
            <a:r>
              <a:rPr lang="es-ES" sz="1800" b="0" i="0" u="none" strike="noStrike" cap="none" dirty="0">
                <a:solidFill>
                  <a:srgbClr val="000000"/>
                </a:solidFill>
                <a:latin typeface="Calibri"/>
                <a:ea typeface="Calibri"/>
                <a:cs typeface="Calibri"/>
                <a:sym typeface="Calibri"/>
              </a:rPr>
              <a:t>/ </a:t>
            </a:r>
            <a:r>
              <a:rPr lang="es-ES" sz="1800" dirty="0">
                <a:latin typeface="Calibri"/>
                <a:ea typeface="Calibri"/>
                <a:cs typeface="Calibri"/>
                <a:sym typeface="Calibri"/>
              </a:rPr>
              <a:t>Carlos </a:t>
            </a:r>
            <a:r>
              <a:rPr lang="es-ES" sz="1800" dirty="0" err="1">
                <a:latin typeface="Calibri"/>
                <a:ea typeface="Calibri"/>
                <a:cs typeface="Calibri"/>
                <a:sym typeface="Calibri"/>
              </a:rPr>
              <a:t>Odiard</a:t>
            </a:r>
            <a:r>
              <a:rPr lang="es-ES" sz="1800" b="0" i="0" u="none" strike="noStrike" cap="none" dirty="0">
                <a:solidFill>
                  <a:srgbClr val="000000"/>
                </a:solidFill>
                <a:latin typeface="Calibri"/>
                <a:ea typeface="Calibri"/>
                <a:cs typeface="Calibri"/>
                <a:sym typeface="Calibri"/>
              </a:rPr>
              <a:t> (Tutor)</a:t>
            </a:r>
            <a:endParaRPr sz="1800" b="0" i="0" u="none" strike="noStrike" cap="none" dirty="0">
              <a:solidFill>
                <a:srgbClr val="000000"/>
              </a:solidFill>
              <a:latin typeface="Calibri"/>
              <a:ea typeface="Calibri"/>
              <a:cs typeface="Calibri"/>
              <a:sym typeface="Calibri"/>
            </a:endParaRPr>
          </a:p>
        </p:txBody>
      </p:sp>
      <p:sp>
        <p:nvSpPr>
          <p:cNvPr id="93" name="Google Shape;93;p1"/>
          <p:cNvSpPr txBox="1"/>
          <p:nvPr/>
        </p:nvSpPr>
        <p:spPr>
          <a:xfrm>
            <a:off x="417688" y="5071895"/>
            <a:ext cx="62652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s-ES" sz="1800" b="1" i="0" u="none" strike="noStrike" cap="none" dirty="0">
                <a:solidFill>
                  <a:srgbClr val="000000"/>
                </a:solidFill>
                <a:latin typeface="Calibri"/>
                <a:ea typeface="Calibri"/>
                <a:cs typeface="Calibri"/>
                <a:sym typeface="Calibri"/>
              </a:rPr>
              <a:t>Alumnos / Comisión: </a:t>
            </a:r>
            <a:r>
              <a:rPr lang="es-ES" sz="1800" b="0" i="0" u="none" strike="noStrike" cap="none" dirty="0">
                <a:solidFill>
                  <a:srgbClr val="000000"/>
                </a:solidFill>
                <a:latin typeface="Calibri"/>
                <a:ea typeface="Calibri"/>
                <a:cs typeface="Calibri"/>
                <a:sym typeface="Calibri"/>
              </a:rPr>
              <a:t>Fernando Picco (C10)</a:t>
            </a:r>
            <a:endParaRPr dirty="0"/>
          </a:p>
        </p:txBody>
      </p:sp>
      <p:sp>
        <p:nvSpPr>
          <p:cNvPr id="94" name="Google Shape;94;p1"/>
          <p:cNvSpPr txBox="1"/>
          <p:nvPr/>
        </p:nvSpPr>
        <p:spPr>
          <a:xfrm>
            <a:off x="417637" y="5869267"/>
            <a:ext cx="62652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s-ES" sz="1800" b="1" i="0" u="none" strike="noStrike" cap="none" dirty="0">
                <a:solidFill>
                  <a:srgbClr val="000000"/>
                </a:solidFill>
                <a:latin typeface="Calibri"/>
                <a:ea typeface="Calibri"/>
                <a:cs typeface="Calibri"/>
                <a:sym typeface="Calibri"/>
              </a:rPr>
              <a:t>Fecha de entrega: </a:t>
            </a:r>
            <a:r>
              <a:rPr lang="es-ES" sz="1800" dirty="0">
                <a:latin typeface="Calibri"/>
                <a:ea typeface="Calibri"/>
                <a:cs typeface="Calibri"/>
                <a:sym typeface="Calibri"/>
              </a:rPr>
              <a:t>22</a:t>
            </a:r>
            <a:r>
              <a:rPr lang="es-ES" sz="1800" b="0" i="0" u="none" strike="noStrike" cap="none" dirty="0">
                <a:solidFill>
                  <a:srgbClr val="000000"/>
                </a:solidFill>
                <a:latin typeface="Calibri"/>
                <a:ea typeface="Calibri"/>
                <a:cs typeface="Calibri"/>
                <a:sym typeface="Calibri"/>
              </a:rPr>
              <a:t> de </a:t>
            </a:r>
            <a:r>
              <a:rPr lang="es-ES" sz="1800" dirty="0">
                <a:latin typeface="Calibri"/>
                <a:ea typeface="Calibri"/>
                <a:cs typeface="Calibri"/>
                <a:sym typeface="Calibri"/>
              </a:rPr>
              <a:t>noviembre</a:t>
            </a:r>
            <a:r>
              <a:rPr lang="es-ES" sz="1800" b="0" i="0" u="none" strike="noStrike" cap="none" dirty="0">
                <a:solidFill>
                  <a:srgbClr val="000000"/>
                </a:solidFill>
                <a:latin typeface="Calibri"/>
                <a:ea typeface="Calibri"/>
                <a:cs typeface="Calibri"/>
                <a:sym typeface="Calibri"/>
              </a:rPr>
              <a:t> de 2025.</a:t>
            </a:r>
            <a:endParaRPr dirty="0"/>
          </a:p>
        </p:txBody>
      </p:sp>
      <p:sp>
        <p:nvSpPr>
          <p:cNvPr id="95" name="Google Shape;95;p1"/>
          <p:cNvSpPr txBox="1"/>
          <p:nvPr/>
        </p:nvSpPr>
        <p:spPr>
          <a:xfrm>
            <a:off x="417687" y="302356"/>
            <a:ext cx="11089605" cy="461665"/>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endParaRPr/>
          </a:p>
        </p:txBody>
      </p:sp>
      <p:sp>
        <p:nvSpPr>
          <p:cNvPr id="96" name="Google Shape;96;p1"/>
          <p:cNvSpPr txBox="1">
            <a:spLocks noGrp="1"/>
          </p:cNvSpPr>
          <p:nvPr>
            <p:ph type="sldNum" idx="12"/>
          </p:nvPr>
        </p:nvSpPr>
        <p:spPr>
          <a:xfrm>
            <a:off x="11648431" y="6490524"/>
            <a:ext cx="457200" cy="336141"/>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a:t>1</a:t>
            </a:fld>
            <a:endParaRPr/>
          </a:p>
        </p:txBody>
      </p:sp>
      <p:sp>
        <p:nvSpPr>
          <p:cNvPr id="97" name="Google Shape;97;p1"/>
          <p:cNvSpPr txBox="1"/>
          <p:nvPr/>
        </p:nvSpPr>
        <p:spPr>
          <a:xfrm>
            <a:off x="856582" y="2061249"/>
            <a:ext cx="6265200" cy="523180"/>
          </a:xfrm>
          <a:prstGeom prst="rect">
            <a:avLst/>
          </a:prstGeom>
          <a:noFill/>
          <a:ln>
            <a:noFill/>
          </a:ln>
        </p:spPr>
        <p:txBody>
          <a:bodyPr spcFirstLastPara="1" wrap="square" lIns="91425" tIns="45700" rIns="91425" bIns="45700" anchor="t" anchorCtr="0">
            <a:spAutoFit/>
          </a:bodyPr>
          <a:lstStyle/>
          <a:p>
            <a:pPr lvl="0" algn="ctr">
              <a:buSzPts val="2400"/>
            </a:pPr>
            <a:r>
              <a:rPr lang="es-ES" sz="2800" dirty="0">
                <a:solidFill>
                  <a:schemeClr val="tx1"/>
                </a:solidFill>
                <a:latin typeface="Britannic Bold" panose="020B0903060703020204" pitchFamily="34" charset="0"/>
                <a:ea typeface="Calibri"/>
                <a:cs typeface="Calibri"/>
                <a:sym typeface="Calibri"/>
              </a:rPr>
              <a:t>Virtualización y Desarrollo en Linux</a:t>
            </a:r>
            <a:endParaRPr sz="2800" i="0" u="none" strike="noStrike" cap="none" dirty="0">
              <a:solidFill>
                <a:schemeClr val="tx1"/>
              </a:solidFill>
              <a:latin typeface="Britannic Bold" panose="020B0903060703020204" pitchFamily="34" charset="0"/>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1"/>
        <p:cNvGrpSpPr/>
        <p:nvPr/>
      </p:nvGrpSpPr>
      <p:grpSpPr>
        <a:xfrm>
          <a:off x="0" y="0"/>
          <a:ext cx="0" cy="0"/>
          <a:chOff x="0" y="0"/>
          <a:chExt cx="0" cy="0"/>
        </a:xfrm>
      </p:grpSpPr>
      <p:sp>
        <p:nvSpPr>
          <p:cNvPr id="102" name="Google Shape;102;p2"/>
          <p:cNvSpPr txBox="1"/>
          <p:nvPr/>
        </p:nvSpPr>
        <p:spPr>
          <a:xfrm>
            <a:off x="417687" y="302356"/>
            <a:ext cx="11089605" cy="461665"/>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endParaRPr sz="2400" b="1" i="0" u="none" strike="noStrike" cap="none">
              <a:solidFill>
                <a:srgbClr val="FFFFFF"/>
              </a:solidFill>
              <a:latin typeface="Calibri"/>
              <a:ea typeface="Calibri"/>
              <a:cs typeface="Calibri"/>
              <a:sym typeface="Calibri"/>
            </a:endParaRPr>
          </a:p>
        </p:txBody>
      </p:sp>
      <p:sp>
        <p:nvSpPr>
          <p:cNvPr id="103" name="Google Shape;103;p2"/>
          <p:cNvSpPr txBox="1">
            <a:spLocks noGrp="1"/>
          </p:cNvSpPr>
          <p:nvPr>
            <p:ph type="sldNum" idx="12"/>
          </p:nvPr>
        </p:nvSpPr>
        <p:spPr>
          <a:xfrm>
            <a:off x="11648431" y="6490524"/>
            <a:ext cx="457200" cy="336141"/>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a:t>2</a:t>
            </a:fld>
            <a:endParaRPr/>
          </a:p>
        </p:txBody>
      </p:sp>
      <p:sp>
        <p:nvSpPr>
          <p:cNvPr id="104" name="Google Shape;104;p2"/>
          <p:cNvSpPr/>
          <p:nvPr/>
        </p:nvSpPr>
        <p:spPr>
          <a:xfrm>
            <a:off x="417687" y="999067"/>
            <a:ext cx="3070580" cy="5556577"/>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i="0" u="none" strike="noStrike" cap="none">
                <a:solidFill>
                  <a:schemeClr val="lt1"/>
                </a:solidFill>
                <a:latin typeface="Calibri"/>
                <a:ea typeface="Calibri"/>
                <a:cs typeface="Calibri"/>
                <a:sym typeface="Calibri"/>
              </a:rPr>
              <a:t>Introducción </a:t>
            </a:r>
            <a:endParaRPr sz="2800"/>
          </a:p>
        </p:txBody>
      </p:sp>
      <p:sp>
        <p:nvSpPr>
          <p:cNvPr id="2" name="CuadroTexto 1">
            <a:extLst>
              <a:ext uri="{FF2B5EF4-FFF2-40B4-BE49-F238E27FC236}">
                <a16:creationId xmlns:a16="http://schemas.microsoft.com/office/drawing/2014/main" id="{8D48C8A7-A1FE-65E6-70D9-6639326B8FF1}"/>
              </a:ext>
            </a:extLst>
          </p:cNvPr>
          <p:cNvSpPr txBox="1"/>
          <p:nvPr/>
        </p:nvSpPr>
        <p:spPr>
          <a:xfrm>
            <a:off x="3657599" y="999067"/>
            <a:ext cx="7849693" cy="5444054"/>
          </a:xfrm>
          <a:prstGeom prst="rect">
            <a:avLst/>
          </a:prstGeom>
          <a:noFill/>
        </p:spPr>
        <p:txBody>
          <a:bodyPr wrap="square" rtlCol="0">
            <a:spAutoFit/>
          </a:bodyPr>
          <a:lstStyle/>
          <a:p>
            <a:pPr algn="just">
              <a:lnSpc>
                <a:spcPct val="150000"/>
              </a:lnSpc>
            </a:pPr>
            <a:r>
              <a:rPr lang="es-ES" sz="1800" dirty="0">
                <a:latin typeface="Times New Roman" panose="02020603050405020304" pitchFamily="18" charset="0"/>
                <a:cs typeface="Times New Roman" panose="02020603050405020304" pitchFamily="18" charset="0"/>
              </a:rPr>
              <a:t>La virtualización es una herramienta fundamental dentro del área de Arquitectura y Sistemas Operativos, ya que permite crear entornos aislados para pruebas, desarrollo y educación.</a:t>
            </a:r>
          </a:p>
          <a:p>
            <a:pPr algn="just">
              <a:lnSpc>
                <a:spcPct val="150000"/>
              </a:lnSpc>
            </a:pPr>
            <a:r>
              <a:rPr lang="es-ES" sz="1800" i="1" dirty="0">
                <a:latin typeface="Times New Roman" panose="02020603050405020304" pitchFamily="18" charset="0"/>
                <a:cs typeface="Times New Roman" panose="02020603050405020304" pitchFamily="18" charset="0"/>
              </a:rPr>
              <a:t>El presente trabajo tiene como objetivo aplicar los contenidos teóricos estudiados en la asignatura mediante la implementación práctica de una máquina virtual utilizando VirtualBox como hipervisor tipo 2, la instalación del sistema operativo Ubuntu en su interior y la posterior utilización del entorno para desarrollar un programa sencillo en Python. Además, se integran conceptos de administración de sistemas, instalación de software, manejo de terminal Linux, control de versiones mediante Git y trabajo con repositorios remotos en GitHub.</a:t>
            </a:r>
          </a:p>
          <a:p>
            <a:pPr algn="just">
              <a:lnSpc>
                <a:spcPct val="150000"/>
              </a:lnSpc>
            </a:pPr>
            <a:r>
              <a:rPr lang="es-ES" sz="1800" dirty="0">
                <a:latin typeface="Times New Roman" panose="02020603050405020304" pitchFamily="18" charset="0"/>
                <a:cs typeface="Times New Roman" panose="02020603050405020304" pitchFamily="18" charset="0"/>
              </a:rPr>
              <a:t>El propósito del trabajo es demostrar la capacidad de configurar un entorno funcional desde cero y utilizarlo para resolver un problema real mediante programación.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p:cNvGrpSpPr/>
        <p:nvPr/>
      </p:nvGrpSpPr>
      <p:grpSpPr>
        <a:xfrm>
          <a:off x="0" y="0"/>
          <a:ext cx="0" cy="0"/>
          <a:chOff x="0" y="0"/>
          <a:chExt cx="0" cy="0"/>
        </a:xfrm>
      </p:grpSpPr>
      <p:sp>
        <p:nvSpPr>
          <p:cNvPr id="111" name="Google Shape;111;g38483b2d1b8_2_0"/>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endParaRPr sz="2400" b="1" i="0" u="none" strike="noStrike" cap="none">
              <a:solidFill>
                <a:srgbClr val="FFFFFF"/>
              </a:solidFill>
              <a:latin typeface="Calibri"/>
              <a:ea typeface="Calibri"/>
              <a:cs typeface="Calibri"/>
              <a:sym typeface="Calibri"/>
            </a:endParaRPr>
          </a:p>
        </p:txBody>
      </p:sp>
      <p:sp>
        <p:nvSpPr>
          <p:cNvPr id="112" name="Google Shape;112;g38483b2d1b8_2_0"/>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a:t>3</a:t>
            </a:fld>
            <a:endParaRPr/>
          </a:p>
        </p:txBody>
      </p:sp>
      <p:sp>
        <p:nvSpPr>
          <p:cNvPr id="113" name="Google Shape;113;g38483b2d1b8_2_0"/>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ea typeface="Calibri"/>
                <a:cs typeface="Calibri"/>
                <a:sym typeface="Calibri"/>
              </a:rPr>
              <a:t>¿Qué es la virtualización?</a:t>
            </a:r>
            <a:endParaRPr sz="2800" dirty="0"/>
          </a:p>
        </p:txBody>
      </p:sp>
      <p:pic>
        <p:nvPicPr>
          <p:cNvPr id="4" name="Imagen 3">
            <a:extLst>
              <a:ext uri="{FF2B5EF4-FFF2-40B4-BE49-F238E27FC236}">
                <a16:creationId xmlns:a16="http://schemas.microsoft.com/office/drawing/2014/main" id="{17250CD8-0122-A594-0BD0-A3B1214F76A7}"/>
              </a:ext>
            </a:extLst>
          </p:cNvPr>
          <p:cNvPicPr>
            <a:picLocks noChangeAspect="1"/>
          </p:cNvPicPr>
          <p:nvPr/>
        </p:nvPicPr>
        <p:blipFill>
          <a:blip r:embed="rId3"/>
          <a:stretch>
            <a:fillRect/>
          </a:stretch>
        </p:blipFill>
        <p:spPr>
          <a:xfrm>
            <a:off x="3657495" y="999067"/>
            <a:ext cx="4226500" cy="2429933"/>
          </a:xfrm>
          <a:prstGeom prst="rect">
            <a:avLst/>
          </a:prstGeom>
        </p:spPr>
      </p:pic>
      <p:sp>
        <p:nvSpPr>
          <p:cNvPr id="7" name="CuadroTexto 6">
            <a:extLst>
              <a:ext uri="{FF2B5EF4-FFF2-40B4-BE49-F238E27FC236}">
                <a16:creationId xmlns:a16="http://schemas.microsoft.com/office/drawing/2014/main" id="{9EBA79AA-0723-3A4F-D59C-AB0B73BBF15B}"/>
              </a:ext>
            </a:extLst>
          </p:cNvPr>
          <p:cNvSpPr txBox="1"/>
          <p:nvPr/>
        </p:nvSpPr>
        <p:spPr>
          <a:xfrm>
            <a:off x="3657547" y="3664011"/>
            <a:ext cx="4226448" cy="2535566"/>
          </a:xfrm>
          <a:prstGeom prst="rect">
            <a:avLst/>
          </a:prstGeom>
          <a:noFill/>
        </p:spPr>
        <p:txBody>
          <a:bodyPr wrap="square" rtlCol="0">
            <a:spAutoFit/>
          </a:bodyPr>
          <a:lstStyle/>
          <a:p>
            <a:pPr algn="just">
              <a:lnSpc>
                <a:spcPct val="150000"/>
              </a:lnSpc>
            </a:pPr>
            <a:r>
              <a:rPr lang="es-ES" sz="1800" dirty="0">
                <a:latin typeface="Times New Roman" panose="02020603050405020304" pitchFamily="18" charset="0"/>
                <a:cs typeface="Times New Roman" panose="02020603050405020304" pitchFamily="18" charset="0"/>
              </a:rPr>
              <a:t>La virtualización consiste en crear un entorno informático simulado en lugar de uno físico. Esto incluye hardware, sistemas operativos y dispositivos de almacenamiento que normalmente existirían de forma independiente.</a:t>
            </a:r>
          </a:p>
        </p:txBody>
      </p:sp>
      <p:sp>
        <p:nvSpPr>
          <p:cNvPr id="8" name="CuadroTexto 7">
            <a:extLst>
              <a:ext uri="{FF2B5EF4-FFF2-40B4-BE49-F238E27FC236}">
                <a16:creationId xmlns:a16="http://schemas.microsoft.com/office/drawing/2014/main" id="{877A4326-371A-CD02-33E7-FD073F46F77B}"/>
              </a:ext>
            </a:extLst>
          </p:cNvPr>
          <p:cNvSpPr txBox="1"/>
          <p:nvPr/>
        </p:nvSpPr>
        <p:spPr>
          <a:xfrm>
            <a:off x="8142584" y="999067"/>
            <a:ext cx="3364603" cy="307777"/>
          </a:xfrm>
          <a:prstGeom prst="rect">
            <a:avLst/>
          </a:prstGeom>
          <a:solidFill>
            <a:schemeClr val="accent3"/>
          </a:solidFill>
        </p:spPr>
        <p:txBody>
          <a:bodyPr wrap="square" rtlCol="0">
            <a:spAutoFit/>
          </a:bodyPr>
          <a:lstStyle/>
          <a:p>
            <a:pPr algn="ctr"/>
            <a:r>
              <a:rPr lang="es-ES" b="1" dirty="0"/>
              <a:t>Beneficios</a:t>
            </a:r>
          </a:p>
        </p:txBody>
      </p:sp>
      <p:sp>
        <p:nvSpPr>
          <p:cNvPr id="16" name="CuadroTexto 15">
            <a:extLst>
              <a:ext uri="{FF2B5EF4-FFF2-40B4-BE49-F238E27FC236}">
                <a16:creationId xmlns:a16="http://schemas.microsoft.com/office/drawing/2014/main" id="{1CF37A28-D911-B47F-178D-99A85243194C}"/>
              </a:ext>
            </a:extLst>
          </p:cNvPr>
          <p:cNvSpPr txBox="1"/>
          <p:nvPr/>
        </p:nvSpPr>
        <p:spPr>
          <a:xfrm>
            <a:off x="8142584" y="1541855"/>
            <a:ext cx="3364603" cy="419755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s-ES" sz="1800" dirty="0">
                <a:latin typeface="Times New Roman" panose="02020603050405020304" pitchFamily="18" charset="0"/>
                <a:cs typeface="Times New Roman" panose="02020603050405020304" pitchFamily="18" charset="0"/>
              </a:rPr>
              <a:t>Permite reducir gastos de TI al consolidar servidores físicos en máquinas virtuales, aprovechando mejor el hardware.</a:t>
            </a:r>
          </a:p>
          <a:p>
            <a:pPr marL="285750" indent="-285750">
              <a:lnSpc>
                <a:spcPct val="150000"/>
              </a:lnSpc>
              <a:buFont typeface="Wingdings" panose="05000000000000000000" pitchFamily="2" charset="2"/>
              <a:buChar char="Ø"/>
            </a:pPr>
            <a:r>
              <a:rPr lang="es-ES" sz="1800" dirty="0">
                <a:latin typeface="Times New Roman" panose="02020603050405020304" pitchFamily="18" charset="0"/>
                <a:cs typeface="Times New Roman" panose="02020603050405020304" pitchFamily="18" charset="0"/>
              </a:rPr>
              <a:t>Asimismo, aumenta la eficiencia y productividad del equipo de TI al simplificar tareas de mantenimiento y despliegue, entre otros.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6D6F7410-5695-DF83-C97B-676E33E0C761}"/>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C7E37E11-7212-9E5B-BCF4-E150BB9E9F61}"/>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032CBA73-5C46-FBD0-41FB-94BBF45FBB8A}"/>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4</a:t>
            </a:fld>
            <a:endParaRPr lang="es-ES"/>
          </a:p>
        </p:txBody>
      </p:sp>
      <p:sp>
        <p:nvSpPr>
          <p:cNvPr id="113" name="Google Shape;113;g38483b2d1b8_2_0">
            <a:extLst>
              <a:ext uri="{FF2B5EF4-FFF2-40B4-BE49-F238E27FC236}">
                <a16:creationId xmlns:a16="http://schemas.microsoft.com/office/drawing/2014/main" id="{7D1598A8-5634-65E2-26BB-6E247840E2C5}"/>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a:solidFill>
                  <a:schemeClr val="lt1"/>
                </a:solidFill>
                <a:latin typeface="Calibri"/>
                <a:ea typeface="Calibri"/>
                <a:cs typeface="Calibri"/>
                <a:sym typeface="Calibri"/>
              </a:rPr>
              <a:t>¿Tipos de Hipervisor?</a:t>
            </a:r>
            <a:endParaRPr lang="es-ES" sz="2800" dirty="0"/>
          </a:p>
        </p:txBody>
      </p:sp>
      <p:pic>
        <p:nvPicPr>
          <p:cNvPr id="3" name="Imagen 2">
            <a:extLst>
              <a:ext uri="{FF2B5EF4-FFF2-40B4-BE49-F238E27FC236}">
                <a16:creationId xmlns:a16="http://schemas.microsoft.com/office/drawing/2014/main" id="{7BE16349-F261-E946-D420-9AB4E28E7360}"/>
              </a:ext>
            </a:extLst>
          </p:cNvPr>
          <p:cNvPicPr>
            <a:picLocks noChangeAspect="1"/>
          </p:cNvPicPr>
          <p:nvPr/>
        </p:nvPicPr>
        <p:blipFill>
          <a:blip r:embed="rId3"/>
          <a:srcRect l="3767" r="2744"/>
          <a:stretch>
            <a:fillRect/>
          </a:stretch>
        </p:blipFill>
        <p:spPr>
          <a:xfrm>
            <a:off x="3674493" y="1810458"/>
            <a:ext cx="7787631" cy="3527425"/>
          </a:xfrm>
          <a:prstGeom prst="rect">
            <a:avLst/>
          </a:prstGeom>
        </p:spPr>
      </p:pic>
      <p:sp>
        <p:nvSpPr>
          <p:cNvPr id="5" name="CuadroTexto 4">
            <a:extLst>
              <a:ext uri="{FF2B5EF4-FFF2-40B4-BE49-F238E27FC236}">
                <a16:creationId xmlns:a16="http://schemas.microsoft.com/office/drawing/2014/main" id="{4A8CEB68-9F95-721A-7667-8F84F01D0346}"/>
              </a:ext>
            </a:extLst>
          </p:cNvPr>
          <p:cNvSpPr txBox="1"/>
          <p:nvPr/>
        </p:nvSpPr>
        <p:spPr>
          <a:xfrm>
            <a:off x="8142584" y="999067"/>
            <a:ext cx="3364603" cy="307777"/>
          </a:xfrm>
          <a:prstGeom prst="rect">
            <a:avLst/>
          </a:prstGeom>
          <a:solidFill>
            <a:schemeClr val="accent3"/>
          </a:solidFill>
        </p:spPr>
        <p:txBody>
          <a:bodyPr wrap="square" rtlCol="0">
            <a:spAutoFit/>
          </a:bodyPr>
          <a:lstStyle/>
          <a:p>
            <a:pPr algn="ctr"/>
            <a:r>
              <a:rPr lang="es-ES" b="1" dirty="0"/>
              <a:t>Tipo 2: Alojado</a:t>
            </a:r>
          </a:p>
        </p:txBody>
      </p:sp>
      <p:sp>
        <p:nvSpPr>
          <p:cNvPr id="6" name="CuadroTexto 5">
            <a:extLst>
              <a:ext uri="{FF2B5EF4-FFF2-40B4-BE49-F238E27FC236}">
                <a16:creationId xmlns:a16="http://schemas.microsoft.com/office/drawing/2014/main" id="{973148E0-85DB-37C7-0E5F-79CB2FB5F19C}"/>
              </a:ext>
            </a:extLst>
          </p:cNvPr>
          <p:cNvSpPr txBox="1"/>
          <p:nvPr/>
        </p:nvSpPr>
        <p:spPr>
          <a:xfrm>
            <a:off x="3831171" y="999066"/>
            <a:ext cx="3364603" cy="307777"/>
          </a:xfrm>
          <a:prstGeom prst="rect">
            <a:avLst/>
          </a:prstGeom>
          <a:solidFill>
            <a:schemeClr val="accent3"/>
          </a:solidFill>
        </p:spPr>
        <p:txBody>
          <a:bodyPr wrap="square" rtlCol="0">
            <a:spAutoFit/>
          </a:bodyPr>
          <a:lstStyle/>
          <a:p>
            <a:pPr algn="ctr"/>
            <a:r>
              <a:rPr lang="pt-BR" b="1" dirty="0"/>
              <a:t>Tipo 1: Nativo o Bare-metal</a:t>
            </a:r>
            <a:endParaRPr lang="es-ES" b="1" dirty="0"/>
          </a:p>
        </p:txBody>
      </p:sp>
      <p:sp>
        <p:nvSpPr>
          <p:cNvPr id="9" name="CuadroTexto 8">
            <a:extLst>
              <a:ext uri="{FF2B5EF4-FFF2-40B4-BE49-F238E27FC236}">
                <a16:creationId xmlns:a16="http://schemas.microsoft.com/office/drawing/2014/main" id="{A3A75A66-BCF8-BA5D-69BF-99297E2BB282}"/>
              </a:ext>
            </a:extLst>
          </p:cNvPr>
          <p:cNvSpPr txBox="1"/>
          <p:nvPr/>
        </p:nvSpPr>
        <p:spPr>
          <a:xfrm>
            <a:off x="3831171" y="5551157"/>
            <a:ext cx="3364603" cy="523220"/>
          </a:xfrm>
          <a:prstGeom prst="rect">
            <a:avLst/>
          </a:prstGeom>
          <a:solidFill>
            <a:schemeClr val="accent3"/>
          </a:solidFill>
        </p:spPr>
        <p:txBody>
          <a:bodyPr wrap="square" rtlCol="0">
            <a:spAutoFit/>
          </a:bodyPr>
          <a:lstStyle/>
          <a:p>
            <a:pPr algn="ctr"/>
            <a:r>
              <a:rPr lang="pt-BR" b="1" dirty="0"/>
              <a:t>Ejemplos: VMware </a:t>
            </a:r>
            <a:r>
              <a:rPr lang="pt-BR" b="1" dirty="0" err="1"/>
              <a:t>ESXi</a:t>
            </a:r>
            <a:r>
              <a:rPr lang="pt-BR" b="1" dirty="0"/>
              <a:t>, Microsoft Hyper-V, </a:t>
            </a:r>
            <a:r>
              <a:rPr lang="pt-BR" b="1" dirty="0" err="1"/>
              <a:t>Xen</a:t>
            </a:r>
            <a:r>
              <a:rPr lang="pt-BR" b="1" dirty="0"/>
              <a:t>.</a:t>
            </a:r>
            <a:endParaRPr lang="es-ES" b="1" dirty="0"/>
          </a:p>
        </p:txBody>
      </p:sp>
      <p:sp>
        <p:nvSpPr>
          <p:cNvPr id="10" name="CuadroTexto 9">
            <a:extLst>
              <a:ext uri="{FF2B5EF4-FFF2-40B4-BE49-F238E27FC236}">
                <a16:creationId xmlns:a16="http://schemas.microsoft.com/office/drawing/2014/main" id="{3B21A7EC-8F2A-8A19-F995-2E018AAE7143}"/>
              </a:ext>
            </a:extLst>
          </p:cNvPr>
          <p:cNvSpPr txBox="1"/>
          <p:nvPr/>
        </p:nvSpPr>
        <p:spPr>
          <a:xfrm>
            <a:off x="8142583" y="5551157"/>
            <a:ext cx="3364603" cy="523220"/>
          </a:xfrm>
          <a:prstGeom prst="rect">
            <a:avLst/>
          </a:prstGeom>
          <a:solidFill>
            <a:schemeClr val="accent3"/>
          </a:solidFill>
        </p:spPr>
        <p:txBody>
          <a:bodyPr wrap="square" rtlCol="0">
            <a:spAutoFit/>
          </a:bodyPr>
          <a:lstStyle/>
          <a:p>
            <a:pPr algn="ctr"/>
            <a:r>
              <a:rPr lang="es-ES" b="1" dirty="0"/>
              <a:t>Ejemplos: VirtualBox, VMware Workstation.</a:t>
            </a:r>
          </a:p>
        </p:txBody>
      </p:sp>
    </p:spTree>
    <p:extLst>
      <p:ext uri="{BB962C8B-B14F-4D97-AF65-F5344CB8AC3E}">
        <p14:creationId xmlns:p14="http://schemas.microsoft.com/office/powerpoint/2010/main" val="1636129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2EA62F58-3CF5-BD2F-6485-5B5D6E805649}"/>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4C37F626-FDA1-1077-A5EE-26BC4CE47993}"/>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D1FB1223-7177-36B8-B69E-019797B0500C}"/>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5</a:t>
            </a:fld>
            <a:endParaRPr lang="es-ES"/>
          </a:p>
        </p:txBody>
      </p:sp>
      <p:sp>
        <p:nvSpPr>
          <p:cNvPr id="113" name="Google Shape;113;g38483b2d1b8_2_0">
            <a:extLst>
              <a:ext uri="{FF2B5EF4-FFF2-40B4-BE49-F238E27FC236}">
                <a16:creationId xmlns:a16="http://schemas.microsoft.com/office/drawing/2014/main" id="{83CF66DD-40AD-9755-5909-1A04A10AB8A9}"/>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cs typeface="Calibri"/>
                <a:sym typeface="Calibri"/>
              </a:rPr>
              <a:t>Creación de la Máquina Virtual</a:t>
            </a:r>
            <a:endParaRPr lang="es-ES" sz="2800" dirty="0"/>
          </a:p>
        </p:txBody>
      </p:sp>
      <p:pic>
        <p:nvPicPr>
          <p:cNvPr id="2" name="Imagen 1" descr="Interfaz de usuario gráfica, Gráfico&#10;&#10;El contenido generado por IA puede ser incorrecto.">
            <a:extLst>
              <a:ext uri="{FF2B5EF4-FFF2-40B4-BE49-F238E27FC236}">
                <a16:creationId xmlns:a16="http://schemas.microsoft.com/office/drawing/2014/main" id="{2B13DB18-2D42-A360-BA4F-B56C59371C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9970" y="1380172"/>
            <a:ext cx="3648287" cy="2121875"/>
          </a:xfrm>
          <a:prstGeom prst="rect">
            <a:avLst/>
          </a:prstGeom>
        </p:spPr>
      </p:pic>
      <p:pic>
        <p:nvPicPr>
          <p:cNvPr id="4" name="Imagen 3" descr="Interfaz de usuario gráfica&#10;&#10;El contenido generado por IA puede ser incorrecto.">
            <a:extLst>
              <a:ext uri="{FF2B5EF4-FFF2-40B4-BE49-F238E27FC236}">
                <a16:creationId xmlns:a16="http://schemas.microsoft.com/office/drawing/2014/main" id="{8D3085FA-CE6E-11F2-4ED7-C8413338A7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78257" y="1380172"/>
            <a:ext cx="4262799" cy="2121875"/>
          </a:xfrm>
          <a:prstGeom prst="rect">
            <a:avLst/>
          </a:prstGeom>
        </p:spPr>
      </p:pic>
      <p:pic>
        <p:nvPicPr>
          <p:cNvPr id="8" name="Imagen 7" descr="Interfaz de usuario gráfica, Aplicación&#10;&#10;El contenido generado por IA puede ser incorrecto.">
            <a:extLst>
              <a:ext uri="{FF2B5EF4-FFF2-40B4-BE49-F238E27FC236}">
                <a16:creationId xmlns:a16="http://schemas.microsoft.com/office/drawing/2014/main" id="{2116E3D4-49A1-10CB-FB81-CB40E98BC92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13744" y="3502047"/>
            <a:ext cx="5400040" cy="2874010"/>
          </a:xfrm>
          <a:prstGeom prst="rect">
            <a:avLst/>
          </a:prstGeom>
        </p:spPr>
      </p:pic>
      <p:sp>
        <p:nvSpPr>
          <p:cNvPr id="11" name="Elipse 10">
            <a:extLst>
              <a:ext uri="{FF2B5EF4-FFF2-40B4-BE49-F238E27FC236}">
                <a16:creationId xmlns:a16="http://schemas.microsoft.com/office/drawing/2014/main" id="{090CE13D-DC92-1679-98FF-1B79ACA0B311}"/>
              </a:ext>
            </a:extLst>
          </p:cNvPr>
          <p:cNvSpPr/>
          <p:nvPr/>
        </p:nvSpPr>
        <p:spPr>
          <a:xfrm>
            <a:off x="5641877" y="1780709"/>
            <a:ext cx="454124" cy="4402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1</a:t>
            </a:r>
          </a:p>
        </p:txBody>
      </p:sp>
      <p:sp>
        <p:nvSpPr>
          <p:cNvPr id="12" name="Elipse 11">
            <a:extLst>
              <a:ext uri="{FF2B5EF4-FFF2-40B4-BE49-F238E27FC236}">
                <a16:creationId xmlns:a16="http://schemas.microsoft.com/office/drawing/2014/main" id="{4E0E39D8-2CC1-0549-457D-633BCBFBF214}"/>
              </a:ext>
            </a:extLst>
          </p:cNvPr>
          <p:cNvSpPr/>
          <p:nvPr/>
        </p:nvSpPr>
        <p:spPr>
          <a:xfrm>
            <a:off x="9202503" y="2441109"/>
            <a:ext cx="454124" cy="4402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2</a:t>
            </a:r>
          </a:p>
        </p:txBody>
      </p:sp>
      <p:sp>
        <p:nvSpPr>
          <p:cNvPr id="13" name="Elipse 12">
            <a:extLst>
              <a:ext uri="{FF2B5EF4-FFF2-40B4-BE49-F238E27FC236}">
                <a16:creationId xmlns:a16="http://schemas.microsoft.com/office/drawing/2014/main" id="{2A92E83A-FE0B-023A-784F-EDE91B9880F9}"/>
              </a:ext>
            </a:extLst>
          </p:cNvPr>
          <p:cNvSpPr/>
          <p:nvPr/>
        </p:nvSpPr>
        <p:spPr>
          <a:xfrm>
            <a:off x="7386702" y="5183655"/>
            <a:ext cx="454124" cy="4402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t>3</a:t>
            </a:r>
          </a:p>
        </p:txBody>
      </p:sp>
    </p:spTree>
    <p:extLst>
      <p:ext uri="{BB962C8B-B14F-4D97-AF65-F5344CB8AC3E}">
        <p14:creationId xmlns:p14="http://schemas.microsoft.com/office/powerpoint/2010/main" val="407350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165D38CD-66FA-29BB-471C-A6C62CDFB9C7}"/>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B0643051-6888-313C-6347-16F39E82E0E8}"/>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26BBABCB-2535-E11B-51BB-C285AE843A03}"/>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6</a:t>
            </a:fld>
            <a:endParaRPr lang="es-ES"/>
          </a:p>
        </p:txBody>
      </p:sp>
      <p:sp>
        <p:nvSpPr>
          <p:cNvPr id="113" name="Google Shape;113;g38483b2d1b8_2_0">
            <a:extLst>
              <a:ext uri="{FF2B5EF4-FFF2-40B4-BE49-F238E27FC236}">
                <a16:creationId xmlns:a16="http://schemas.microsoft.com/office/drawing/2014/main" id="{462F693A-6E78-A026-B973-F972D2D126AE}"/>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cs typeface="Calibri"/>
                <a:sym typeface="Calibri"/>
              </a:rPr>
              <a:t>Instalación de Ubuntu</a:t>
            </a:r>
            <a:endParaRPr lang="es-ES" sz="2800" dirty="0"/>
          </a:p>
        </p:txBody>
      </p:sp>
      <p:pic>
        <p:nvPicPr>
          <p:cNvPr id="3" name="Imagen 2" descr="Imagen de la pantalla de un computador&#10;&#10;El contenido generado por IA puede ser incorrecto.">
            <a:extLst>
              <a:ext uri="{FF2B5EF4-FFF2-40B4-BE49-F238E27FC236}">
                <a16:creationId xmlns:a16="http://schemas.microsoft.com/office/drawing/2014/main" id="{09A6AD6E-8D62-7360-AF1E-0A77458E89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16114" y="999067"/>
            <a:ext cx="3783753" cy="2027583"/>
          </a:xfrm>
          <a:prstGeom prst="rect">
            <a:avLst/>
          </a:prstGeom>
        </p:spPr>
      </p:pic>
      <p:sp>
        <p:nvSpPr>
          <p:cNvPr id="5" name="Rectángulo 4">
            <a:extLst>
              <a:ext uri="{FF2B5EF4-FFF2-40B4-BE49-F238E27FC236}">
                <a16:creationId xmlns:a16="http://schemas.microsoft.com/office/drawing/2014/main" id="{D0ED8917-FB8D-90B0-BCC9-2A2247140D31}"/>
              </a:ext>
            </a:extLst>
          </p:cNvPr>
          <p:cNvSpPr/>
          <p:nvPr/>
        </p:nvSpPr>
        <p:spPr>
          <a:xfrm>
            <a:off x="6824133" y="2012858"/>
            <a:ext cx="457200" cy="6456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F42326E6-CD8A-A310-034E-3F7B5159502A}"/>
              </a:ext>
            </a:extLst>
          </p:cNvPr>
          <p:cNvSpPr txBox="1"/>
          <p:nvPr/>
        </p:nvSpPr>
        <p:spPr>
          <a:xfrm>
            <a:off x="3825688" y="3121223"/>
            <a:ext cx="3364603" cy="523220"/>
          </a:xfrm>
          <a:prstGeom prst="rect">
            <a:avLst/>
          </a:prstGeom>
          <a:solidFill>
            <a:schemeClr val="accent3"/>
          </a:solidFill>
        </p:spPr>
        <p:txBody>
          <a:bodyPr wrap="square" rtlCol="0">
            <a:spAutoFit/>
          </a:bodyPr>
          <a:lstStyle/>
          <a:p>
            <a:pPr algn="ctr"/>
            <a:r>
              <a:rPr lang="es-ES" b="1" dirty="0"/>
              <a:t>Instalación de Ubuntu 24.04.3 LTS manualmente</a:t>
            </a:r>
          </a:p>
        </p:txBody>
      </p:sp>
      <p:pic>
        <p:nvPicPr>
          <p:cNvPr id="9" name="Imagen 8" descr="Interfaz de usuario gráfica, Texto, Aplicación, Correo electrónico&#10;&#10;El contenido generado por IA puede ser incorrecto.">
            <a:extLst>
              <a:ext uri="{FF2B5EF4-FFF2-40B4-BE49-F238E27FC236}">
                <a16:creationId xmlns:a16="http://schemas.microsoft.com/office/drawing/2014/main" id="{4D19AEC5-679F-1099-EEC2-0562E1DEC4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12459" y="999066"/>
            <a:ext cx="3781265" cy="2027583"/>
          </a:xfrm>
          <a:prstGeom prst="rect">
            <a:avLst/>
          </a:prstGeom>
        </p:spPr>
      </p:pic>
      <p:sp>
        <p:nvSpPr>
          <p:cNvPr id="10" name="CuadroTexto 9">
            <a:extLst>
              <a:ext uri="{FF2B5EF4-FFF2-40B4-BE49-F238E27FC236}">
                <a16:creationId xmlns:a16="http://schemas.microsoft.com/office/drawing/2014/main" id="{2A9767FF-05D3-E7B3-9FDA-081517D7C46B}"/>
              </a:ext>
            </a:extLst>
          </p:cNvPr>
          <p:cNvSpPr txBox="1"/>
          <p:nvPr/>
        </p:nvSpPr>
        <p:spPr>
          <a:xfrm>
            <a:off x="7612459" y="3121223"/>
            <a:ext cx="3781265" cy="738664"/>
          </a:xfrm>
          <a:prstGeom prst="rect">
            <a:avLst/>
          </a:prstGeom>
          <a:solidFill>
            <a:schemeClr val="accent3"/>
          </a:solidFill>
        </p:spPr>
        <p:txBody>
          <a:bodyPr wrap="square" rtlCol="0">
            <a:spAutoFit/>
          </a:bodyPr>
          <a:lstStyle/>
          <a:p>
            <a:r>
              <a:rPr lang="es-ES" b="1" dirty="0"/>
              <a:t>Error típico de Ubuntu 24.04 en VirtualBox cuando hay un problema con la compatibilidad del sistema “</a:t>
            </a:r>
            <a:r>
              <a:rPr lang="es-ES" b="1" dirty="0" err="1"/>
              <a:t>live</a:t>
            </a:r>
            <a:r>
              <a:rPr lang="es-ES" b="1" dirty="0"/>
              <a:t>”. </a:t>
            </a:r>
          </a:p>
        </p:txBody>
      </p:sp>
      <p:pic>
        <p:nvPicPr>
          <p:cNvPr id="14" name="Imagen 13" descr="Interfaz de usuario gráfica, Texto, Aplicación, Correo electrónico&#10;&#10;El contenido generado por IA puede ser incorrecto.">
            <a:extLst>
              <a:ext uri="{FF2B5EF4-FFF2-40B4-BE49-F238E27FC236}">
                <a16:creationId xmlns:a16="http://schemas.microsoft.com/office/drawing/2014/main" id="{22A74EB4-152C-0715-290B-3584AA82C3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73289" y="4088796"/>
            <a:ext cx="3793743" cy="2027582"/>
          </a:xfrm>
          <a:prstGeom prst="rect">
            <a:avLst/>
          </a:prstGeom>
        </p:spPr>
      </p:pic>
      <p:sp>
        <p:nvSpPr>
          <p:cNvPr id="15" name="CuadroTexto 14">
            <a:extLst>
              <a:ext uri="{FF2B5EF4-FFF2-40B4-BE49-F238E27FC236}">
                <a16:creationId xmlns:a16="http://schemas.microsoft.com/office/drawing/2014/main" id="{DBC79640-E5FF-8601-3CCA-191E5D49D838}"/>
              </a:ext>
            </a:extLst>
          </p:cNvPr>
          <p:cNvSpPr txBox="1"/>
          <p:nvPr/>
        </p:nvSpPr>
        <p:spPr>
          <a:xfrm>
            <a:off x="7820789" y="4840977"/>
            <a:ext cx="3364603" cy="523220"/>
          </a:xfrm>
          <a:prstGeom prst="rect">
            <a:avLst/>
          </a:prstGeom>
          <a:solidFill>
            <a:schemeClr val="accent4">
              <a:lumMod val="40000"/>
              <a:lumOff val="60000"/>
            </a:schemeClr>
          </a:solidFill>
        </p:spPr>
        <p:txBody>
          <a:bodyPr wrap="square" rtlCol="0">
            <a:spAutoFit/>
          </a:bodyPr>
          <a:lstStyle/>
          <a:p>
            <a:pPr algn="ctr"/>
            <a:r>
              <a:rPr lang="es-ES" b="1" dirty="0"/>
              <a:t>Procedí a descargar la versión Ubuntu 22.04.5 LTS</a:t>
            </a:r>
          </a:p>
        </p:txBody>
      </p:sp>
    </p:spTree>
    <p:extLst>
      <p:ext uri="{BB962C8B-B14F-4D97-AF65-F5344CB8AC3E}">
        <p14:creationId xmlns:p14="http://schemas.microsoft.com/office/powerpoint/2010/main" val="782639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3963A362-A290-854A-D188-59A35B58AEA0}"/>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3524F44B-734A-E189-41D2-3DAD933C92E0}"/>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413C6854-C502-7B5A-6CA1-3F8FC49630D3}"/>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7</a:t>
            </a:fld>
            <a:endParaRPr lang="es-ES"/>
          </a:p>
        </p:txBody>
      </p:sp>
      <p:sp>
        <p:nvSpPr>
          <p:cNvPr id="113" name="Google Shape;113;g38483b2d1b8_2_0">
            <a:extLst>
              <a:ext uri="{FF2B5EF4-FFF2-40B4-BE49-F238E27FC236}">
                <a16:creationId xmlns:a16="http://schemas.microsoft.com/office/drawing/2014/main" id="{8456BC63-F3A7-E27D-EB7F-6198A6B06283}"/>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cs typeface="Calibri"/>
                <a:sym typeface="Calibri"/>
              </a:rPr>
              <a:t>Instalación del Entorno de Desarrollo</a:t>
            </a:r>
            <a:endParaRPr lang="es-ES" sz="2800" dirty="0"/>
          </a:p>
        </p:txBody>
      </p:sp>
      <p:pic>
        <p:nvPicPr>
          <p:cNvPr id="2" name="Imagen 1" descr="Texto&#10;&#10;El contenido generado por IA puede ser incorrecto.">
            <a:extLst>
              <a:ext uri="{FF2B5EF4-FFF2-40B4-BE49-F238E27FC236}">
                <a16:creationId xmlns:a16="http://schemas.microsoft.com/office/drawing/2014/main" id="{EFEE6FA1-1F7D-29B1-B1CA-68C0FA8C25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88187" y="999067"/>
            <a:ext cx="5400040" cy="2905760"/>
          </a:xfrm>
          <a:prstGeom prst="rect">
            <a:avLst/>
          </a:prstGeom>
        </p:spPr>
      </p:pic>
      <p:pic>
        <p:nvPicPr>
          <p:cNvPr id="4" name="Imagen 3" descr="Texto&#10;&#10;El contenido generado por IA puede ser incorrecto.">
            <a:extLst>
              <a:ext uri="{FF2B5EF4-FFF2-40B4-BE49-F238E27FC236}">
                <a16:creationId xmlns:a16="http://schemas.microsoft.com/office/drawing/2014/main" id="{A2F4BEFB-CEED-35EB-C462-B4655D7962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24780" y="3429000"/>
            <a:ext cx="5400040" cy="2903855"/>
          </a:xfrm>
          <a:prstGeom prst="rect">
            <a:avLst/>
          </a:prstGeom>
        </p:spPr>
      </p:pic>
      <p:sp>
        <p:nvSpPr>
          <p:cNvPr id="7" name="CuadroTexto 6">
            <a:extLst>
              <a:ext uri="{FF2B5EF4-FFF2-40B4-BE49-F238E27FC236}">
                <a16:creationId xmlns:a16="http://schemas.microsoft.com/office/drawing/2014/main" id="{560B7A5B-92E1-A86A-53C4-88D7ED52DC90}"/>
              </a:ext>
            </a:extLst>
          </p:cNvPr>
          <p:cNvSpPr txBox="1"/>
          <p:nvPr/>
        </p:nvSpPr>
        <p:spPr>
          <a:xfrm>
            <a:off x="8142584" y="4317078"/>
            <a:ext cx="3364603" cy="307777"/>
          </a:xfrm>
          <a:prstGeom prst="rect">
            <a:avLst/>
          </a:prstGeom>
          <a:solidFill>
            <a:schemeClr val="accent3"/>
          </a:solidFill>
        </p:spPr>
        <p:txBody>
          <a:bodyPr wrap="square" rtlCol="0">
            <a:spAutoFit/>
          </a:bodyPr>
          <a:lstStyle/>
          <a:p>
            <a:pPr algn="ctr"/>
            <a:r>
              <a:rPr lang="fr-FR" b="1" dirty="0" err="1"/>
              <a:t>Verifiqué</a:t>
            </a:r>
            <a:r>
              <a:rPr lang="fr-FR" b="1" dirty="0"/>
              <a:t> que Python </a:t>
            </a:r>
            <a:r>
              <a:rPr lang="fr-FR" b="1" dirty="0" err="1"/>
              <a:t>esté</a:t>
            </a:r>
            <a:r>
              <a:rPr lang="fr-FR" b="1" dirty="0"/>
              <a:t> </a:t>
            </a:r>
            <a:r>
              <a:rPr lang="fr-FR" b="1" dirty="0" err="1"/>
              <a:t>instalado</a:t>
            </a:r>
            <a:r>
              <a:rPr lang="fr-FR" b="1" dirty="0"/>
              <a:t>.</a:t>
            </a:r>
            <a:endParaRPr lang="es-ES" b="1" dirty="0"/>
          </a:p>
        </p:txBody>
      </p:sp>
      <p:sp>
        <p:nvSpPr>
          <p:cNvPr id="8" name="CuadroTexto 7">
            <a:extLst>
              <a:ext uri="{FF2B5EF4-FFF2-40B4-BE49-F238E27FC236}">
                <a16:creationId xmlns:a16="http://schemas.microsoft.com/office/drawing/2014/main" id="{55B50984-7AEE-DDE5-F7B4-443215C9844C}"/>
              </a:ext>
            </a:extLst>
          </p:cNvPr>
          <p:cNvSpPr txBox="1"/>
          <p:nvPr/>
        </p:nvSpPr>
        <p:spPr>
          <a:xfrm>
            <a:off x="7924800" y="1533034"/>
            <a:ext cx="3364603" cy="307777"/>
          </a:xfrm>
          <a:prstGeom prst="rect">
            <a:avLst/>
          </a:prstGeom>
          <a:solidFill>
            <a:schemeClr val="accent3"/>
          </a:solidFill>
        </p:spPr>
        <p:txBody>
          <a:bodyPr wrap="square" rtlCol="0">
            <a:spAutoFit/>
          </a:bodyPr>
          <a:lstStyle/>
          <a:p>
            <a:pPr algn="ctr"/>
            <a:r>
              <a:rPr lang="fr-FR" b="1" dirty="0" err="1"/>
              <a:t>Instalació</a:t>
            </a:r>
            <a:r>
              <a:rPr lang="fr-FR" b="1" dirty="0"/>
              <a:t> n de VS Code</a:t>
            </a:r>
            <a:endParaRPr lang="es-ES" b="1" dirty="0"/>
          </a:p>
        </p:txBody>
      </p:sp>
    </p:spTree>
    <p:extLst>
      <p:ext uri="{BB962C8B-B14F-4D97-AF65-F5344CB8AC3E}">
        <p14:creationId xmlns:p14="http://schemas.microsoft.com/office/powerpoint/2010/main" val="894565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53903737-9EA4-BCC2-C717-513E878CEA37}"/>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9193A964-1751-CF27-2130-E56827E55B56}"/>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30102382-B0EA-F74D-E326-38D47015891A}"/>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8</a:t>
            </a:fld>
            <a:endParaRPr lang="es-ES"/>
          </a:p>
        </p:txBody>
      </p:sp>
      <p:sp>
        <p:nvSpPr>
          <p:cNvPr id="113" name="Google Shape;113;g38483b2d1b8_2_0">
            <a:extLst>
              <a:ext uri="{FF2B5EF4-FFF2-40B4-BE49-F238E27FC236}">
                <a16:creationId xmlns:a16="http://schemas.microsoft.com/office/drawing/2014/main" id="{30ED69C6-CB7F-39CB-60D9-B7FCAEC0D41D}"/>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cs typeface="Calibri"/>
                <a:sym typeface="Calibri"/>
              </a:rPr>
              <a:t>Instalación del Entorno de Desarrollo</a:t>
            </a:r>
            <a:endParaRPr lang="es-ES" sz="2800" dirty="0"/>
          </a:p>
        </p:txBody>
      </p:sp>
      <p:pic>
        <p:nvPicPr>
          <p:cNvPr id="11" name="Imagen 10" descr="Texto&#10;&#10;El contenido generado por IA puede ser incorrecto.">
            <a:extLst>
              <a:ext uri="{FF2B5EF4-FFF2-40B4-BE49-F238E27FC236}">
                <a16:creationId xmlns:a16="http://schemas.microsoft.com/office/drawing/2014/main" id="{956DCB30-3508-FA9E-5487-A6A3E5B876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06720" y="1052888"/>
            <a:ext cx="5740480" cy="3055199"/>
          </a:xfrm>
          <a:prstGeom prst="rect">
            <a:avLst/>
          </a:prstGeom>
        </p:spPr>
      </p:pic>
      <p:sp>
        <p:nvSpPr>
          <p:cNvPr id="12" name="CuadroTexto 11">
            <a:extLst>
              <a:ext uri="{FF2B5EF4-FFF2-40B4-BE49-F238E27FC236}">
                <a16:creationId xmlns:a16="http://schemas.microsoft.com/office/drawing/2014/main" id="{50352CF4-DB02-89FD-FBA2-031E98E22EE5}"/>
              </a:ext>
            </a:extLst>
          </p:cNvPr>
          <p:cNvSpPr txBox="1"/>
          <p:nvPr/>
        </p:nvSpPr>
        <p:spPr>
          <a:xfrm>
            <a:off x="7920802" y="1414199"/>
            <a:ext cx="3364603" cy="307777"/>
          </a:xfrm>
          <a:prstGeom prst="rect">
            <a:avLst/>
          </a:prstGeom>
          <a:solidFill>
            <a:schemeClr val="accent3"/>
          </a:solidFill>
        </p:spPr>
        <p:txBody>
          <a:bodyPr wrap="square" rtlCol="0">
            <a:spAutoFit/>
          </a:bodyPr>
          <a:lstStyle/>
          <a:p>
            <a:pPr algn="ctr"/>
            <a:r>
              <a:rPr lang="fr-FR" b="1" dirty="0" err="1"/>
              <a:t>Instalació</a:t>
            </a:r>
            <a:r>
              <a:rPr lang="fr-FR" b="1" dirty="0"/>
              <a:t> n de git y </a:t>
            </a:r>
            <a:r>
              <a:rPr lang="fr-FR" b="1" dirty="0" err="1"/>
              <a:t>verificación</a:t>
            </a:r>
            <a:endParaRPr lang="es-ES" b="1" dirty="0"/>
          </a:p>
        </p:txBody>
      </p:sp>
      <p:sp>
        <p:nvSpPr>
          <p:cNvPr id="3" name="CuadroTexto 2">
            <a:extLst>
              <a:ext uri="{FF2B5EF4-FFF2-40B4-BE49-F238E27FC236}">
                <a16:creationId xmlns:a16="http://schemas.microsoft.com/office/drawing/2014/main" id="{C38EC15B-8CED-FBBD-74FA-72D242F012DF}"/>
              </a:ext>
            </a:extLst>
          </p:cNvPr>
          <p:cNvSpPr txBox="1"/>
          <p:nvPr/>
        </p:nvSpPr>
        <p:spPr>
          <a:xfrm>
            <a:off x="3819492" y="4108087"/>
            <a:ext cx="7254908" cy="873572"/>
          </a:xfrm>
          <a:prstGeom prst="rect">
            <a:avLst/>
          </a:prstGeom>
          <a:noFill/>
        </p:spPr>
        <p:txBody>
          <a:bodyPr wrap="square" rtlCol="0">
            <a:spAutoFit/>
          </a:bodyPr>
          <a:lstStyle/>
          <a:p>
            <a:pPr algn="just">
              <a:lnSpc>
                <a:spcPct val="150000"/>
              </a:lnSpc>
            </a:pPr>
            <a:r>
              <a:rPr lang="es-ES" sz="1800" dirty="0">
                <a:latin typeface="Times New Roman" panose="02020603050405020304" pitchFamily="18" charset="0"/>
                <a:cs typeface="Times New Roman" panose="02020603050405020304" pitchFamily="18" charset="0"/>
              </a:rPr>
              <a:t>Git es un sistema de control de versiones. Su función principal es registrar los cambios de un proyecto a lo largo del tiempo.</a:t>
            </a:r>
          </a:p>
        </p:txBody>
      </p:sp>
      <p:sp>
        <p:nvSpPr>
          <p:cNvPr id="5" name="CuadroTexto 4">
            <a:extLst>
              <a:ext uri="{FF2B5EF4-FFF2-40B4-BE49-F238E27FC236}">
                <a16:creationId xmlns:a16="http://schemas.microsoft.com/office/drawing/2014/main" id="{31F15B4D-D621-FDFF-CDE4-B182503A7BA1}"/>
              </a:ext>
            </a:extLst>
          </p:cNvPr>
          <p:cNvSpPr txBox="1"/>
          <p:nvPr/>
        </p:nvSpPr>
        <p:spPr>
          <a:xfrm>
            <a:off x="3819492" y="5051360"/>
            <a:ext cx="7687695" cy="1289071"/>
          </a:xfrm>
          <a:prstGeom prst="rect">
            <a:avLst/>
          </a:prstGeom>
          <a:solidFill>
            <a:schemeClr val="accent5">
              <a:lumMod val="60000"/>
              <a:lumOff val="40000"/>
            </a:schemeClr>
          </a:solidFill>
        </p:spPr>
        <p:txBody>
          <a:bodyPr wrap="square" rtlCol="0">
            <a:spAutoFit/>
          </a:bodyPr>
          <a:lstStyle/>
          <a:p>
            <a:pPr algn="just">
              <a:lnSpc>
                <a:spcPct val="150000"/>
              </a:lnSpc>
            </a:pPr>
            <a:r>
              <a:rPr lang="es-ES" sz="1800" dirty="0">
                <a:latin typeface="Times New Roman" panose="02020603050405020304" pitchFamily="18" charset="0"/>
                <a:cs typeface="Times New Roman" panose="02020603050405020304" pitchFamily="18" charset="0"/>
              </a:rPr>
              <a:t>La Terminal de Linux me permitió interactuar directamente con el sistema operativo Ubuntu mediante comandos, realizar tareas de administración, navegar directorios y ejecutar el script de Python del proyecto.</a:t>
            </a:r>
          </a:p>
        </p:txBody>
      </p:sp>
    </p:spTree>
    <p:extLst>
      <p:ext uri="{BB962C8B-B14F-4D97-AF65-F5344CB8AC3E}">
        <p14:creationId xmlns:p14="http://schemas.microsoft.com/office/powerpoint/2010/main" val="4203440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DC607FBA-BAEA-A0E7-555C-D701CD11DA7E}"/>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DB625FB2-B3AC-437D-977F-E81FDC86F506}"/>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D9FBA412-176F-A8AE-462A-121524647278}"/>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9</a:t>
            </a:fld>
            <a:endParaRPr lang="es-ES"/>
          </a:p>
        </p:txBody>
      </p:sp>
      <p:sp>
        <p:nvSpPr>
          <p:cNvPr id="113" name="Google Shape;113;g38483b2d1b8_2_0">
            <a:extLst>
              <a:ext uri="{FF2B5EF4-FFF2-40B4-BE49-F238E27FC236}">
                <a16:creationId xmlns:a16="http://schemas.microsoft.com/office/drawing/2014/main" id="{34BECF66-A259-AC06-FC16-890EB4AF130E}"/>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cs typeface="Calibri"/>
                <a:sym typeface="Calibri"/>
              </a:rPr>
              <a:t>Creación de la carpeta “</a:t>
            </a:r>
            <a:r>
              <a:rPr lang="es-ES" sz="2800" b="1" dirty="0" err="1">
                <a:solidFill>
                  <a:schemeClr val="lt1"/>
                </a:solidFill>
                <a:latin typeface="Calibri"/>
                <a:cs typeface="Calibri"/>
                <a:sym typeface="Calibri"/>
              </a:rPr>
              <a:t>TPI_AySO</a:t>
            </a:r>
            <a:r>
              <a:rPr lang="es-ES" sz="2800" b="1" dirty="0">
                <a:solidFill>
                  <a:schemeClr val="lt1"/>
                </a:solidFill>
                <a:latin typeface="Calibri"/>
                <a:cs typeface="Calibri"/>
                <a:sym typeface="Calibri"/>
              </a:rPr>
              <a:t>” e inicialización de  repositorio</a:t>
            </a:r>
            <a:endParaRPr lang="es-ES" sz="2800" dirty="0"/>
          </a:p>
        </p:txBody>
      </p:sp>
      <p:pic>
        <p:nvPicPr>
          <p:cNvPr id="2" name="Imagen 1" descr="Captura de pantalla de computadora&#10;&#10;El contenido generado por IA puede ser incorrecto.">
            <a:extLst>
              <a:ext uri="{FF2B5EF4-FFF2-40B4-BE49-F238E27FC236}">
                <a16:creationId xmlns:a16="http://schemas.microsoft.com/office/drawing/2014/main" id="{76657693-52C7-36E1-3065-D6292F32A9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49979" y="999067"/>
            <a:ext cx="7192131" cy="3843866"/>
          </a:xfrm>
          <a:prstGeom prst="rect">
            <a:avLst/>
          </a:prstGeom>
        </p:spPr>
      </p:pic>
      <p:sp>
        <p:nvSpPr>
          <p:cNvPr id="6" name="CuadroTexto 5">
            <a:extLst>
              <a:ext uri="{FF2B5EF4-FFF2-40B4-BE49-F238E27FC236}">
                <a16:creationId xmlns:a16="http://schemas.microsoft.com/office/drawing/2014/main" id="{03A699BE-A948-0987-89EE-F583A72B1F98}"/>
              </a:ext>
            </a:extLst>
          </p:cNvPr>
          <p:cNvSpPr txBox="1"/>
          <p:nvPr/>
        </p:nvSpPr>
        <p:spPr>
          <a:xfrm>
            <a:off x="3649979" y="4915724"/>
            <a:ext cx="7857208" cy="1289071"/>
          </a:xfrm>
          <a:prstGeom prst="rect">
            <a:avLst/>
          </a:prstGeom>
          <a:noFill/>
        </p:spPr>
        <p:txBody>
          <a:bodyPr wrap="square" rtlCol="0">
            <a:spAutoFit/>
          </a:bodyPr>
          <a:lstStyle/>
          <a:p>
            <a:pPr>
              <a:lnSpc>
                <a:spcPct val="150000"/>
              </a:lnSpc>
            </a:pPr>
            <a:r>
              <a:rPr lang="es-ES" sz="1800" dirty="0">
                <a:latin typeface="Times New Roman" panose="02020603050405020304" pitchFamily="18" charset="0"/>
                <a:cs typeface="Times New Roman" panose="02020603050405020304" pitchFamily="18" charset="0"/>
              </a:rPr>
              <a:t>Desde la Terminal de Ubuntu configuré mi identidad en Git y creé un repositorio local mediante el comando </a:t>
            </a:r>
            <a:r>
              <a:rPr lang="es-ES" sz="1800" dirty="0" err="1">
                <a:latin typeface="Times New Roman" panose="02020603050405020304" pitchFamily="18" charset="0"/>
                <a:cs typeface="Times New Roman" panose="02020603050405020304" pitchFamily="18" charset="0"/>
              </a:rPr>
              <a:t>git</a:t>
            </a:r>
            <a:r>
              <a:rPr lang="es-ES" sz="1800" dirty="0">
                <a:latin typeface="Times New Roman" panose="02020603050405020304" pitchFamily="18" charset="0"/>
                <a:cs typeface="Times New Roman" panose="02020603050405020304" pitchFamily="18" charset="0"/>
              </a:rPr>
              <a:t> </a:t>
            </a:r>
            <a:r>
              <a:rPr lang="es-ES" sz="1800" dirty="0" err="1">
                <a:latin typeface="Times New Roman" panose="02020603050405020304" pitchFamily="18" charset="0"/>
                <a:cs typeface="Times New Roman" panose="02020603050405020304" pitchFamily="18" charset="0"/>
              </a:rPr>
              <a:t>init</a:t>
            </a:r>
            <a:r>
              <a:rPr lang="es-ES" sz="1800" dirty="0">
                <a:latin typeface="Times New Roman" panose="02020603050405020304" pitchFamily="18" charset="0"/>
                <a:cs typeface="Times New Roman" panose="02020603050405020304" pitchFamily="18" charset="0"/>
              </a:rPr>
              <a:t>. Esto permitió comenzar a versionar el proyecto y posteriormente vincularlo con GitHub para su publicación.</a:t>
            </a:r>
          </a:p>
        </p:txBody>
      </p:sp>
    </p:spTree>
    <p:extLst>
      <p:ext uri="{BB962C8B-B14F-4D97-AF65-F5344CB8AC3E}">
        <p14:creationId xmlns:p14="http://schemas.microsoft.com/office/powerpoint/2010/main" val="1839595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10815E32-EADD-E587-AD97-EF4395730333}"/>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6DC0681A-3BEA-F5AD-B130-AB5BD0337ABA}"/>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5F4BE704-4EE6-6629-42FE-3C6BF07FBBEF}"/>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10</a:t>
            </a:fld>
            <a:endParaRPr lang="es-ES"/>
          </a:p>
        </p:txBody>
      </p:sp>
      <p:sp>
        <p:nvSpPr>
          <p:cNvPr id="113" name="Google Shape;113;g38483b2d1b8_2_0">
            <a:extLst>
              <a:ext uri="{FF2B5EF4-FFF2-40B4-BE49-F238E27FC236}">
                <a16:creationId xmlns:a16="http://schemas.microsoft.com/office/drawing/2014/main" id="{CA04295D-F2ED-45D4-4906-2B0B7120E3B7}"/>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cs typeface="Calibri"/>
                <a:sym typeface="Calibri"/>
              </a:rPr>
              <a:t>Uso de Git y GitHub en el proyecto</a:t>
            </a:r>
            <a:endParaRPr lang="es-ES" sz="2800" dirty="0"/>
          </a:p>
        </p:txBody>
      </p:sp>
      <p:sp>
        <p:nvSpPr>
          <p:cNvPr id="6" name="CuadroTexto 5">
            <a:extLst>
              <a:ext uri="{FF2B5EF4-FFF2-40B4-BE49-F238E27FC236}">
                <a16:creationId xmlns:a16="http://schemas.microsoft.com/office/drawing/2014/main" id="{F5D6C62A-0F9F-8600-54B9-BBC383C551F2}"/>
              </a:ext>
            </a:extLst>
          </p:cNvPr>
          <p:cNvSpPr txBox="1"/>
          <p:nvPr/>
        </p:nvSpPr>
        <p:spPr>
          <a:xfrm>
            <a:off x="9127144" y="1509596"/>
            <a:ext cx="3070500" cy="1289071"/>
          </a:xfrm>
          <a:prstGeom prst="rect">
            <a:avLst/>
          </a:prstGeom>
          <a:noFill/>
        </p:spPr>
        <p:txBody>
          <a:bodyPr wrap="square" rtlCol="0">
            <a:spAutoFit/>
          </a:bodyPr>
          <a:lstStyle/>
          <a:p>
            <a:pPr>
              <a:lnSpc>
                <a:spcPct val="150000"/>
              </a:lnSpc>
            </a:pPr>
            <a:r>
              <a:rPr lang="es-ES" sz="1800" dirty="0">
                <a:latin typeface="Times New Roman" panose="02020603050405020304" pitchFamily="18" charset="0"/>
                <a:cs typeface="Times New Roman" panose="02020603050405020304" pitchFamily="18" charset="0"/>
              </a:rPr>
              <a:t>Creación del repositorio GitHub (desde la web) y primeros </a:t>
            </a:r>
            <a:r>
              <a:rPr lang="es-ES" sz="1800" dirty="0" err="1">
                <a:latin typeface="Times New Roman" panose="02020603050405020304" pitchFamily="18" charset="0"/>
                <a:cs typeface="Times New Roman" panose="02020603050405020304" pitchFamily="18" charset="0"/>
              </a:rPr>
              <a:t>commits</a:t>
            </a:r>
            <a:endParaRPr lang="es-ES" sz="1800" dirty="0">
              <a:latin typeface="Times New Roman" panose="02020603050405020304" pitchFamily="18" charset="0"/>
              <a:cs typeface="Times New Roman" panose="02020603050405020304" pitchFamily="18" charset="0"/>
            </a:endParaRPr>
          </a:p>
        </p:txBody>
      </p:sp>
      <p:pic>
        <p:nvPicPr>
          <p:cNvPr id="3" name="Imagen 2" descr="Interfaz de usuario gráfica, Texto, Aplicación, Correo electrónico&#10;&#10;El contenido generado por IA puede ser incorrecto.">
            <a:extLst>
              <a:ext uri="{FF2B5EF4-FFF2-40B4-BE49-F238E27FC236}">
                <a16:creationId xmlns:a16="http://schemas.microsoft.com/office/drawing/2014/main" id="{CED1FD54-1B66-44B8-57BB-5C66AFC385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49979" y="999067"/>
            <a:ext cx="5400040" cy="2310130"/>
          </a:xfrm>
          <a:prstGeom prst="rect">
            <a:avLst/>
          </a:prstGeom>
        </p:spPr>
      </p:pic>
      <p:pic>
        <p:nvPicPr>
          <p:cNvPr id="4" name="Imagen 3">
            <a:extLst>
              <a:ext uri="{FF2B5EF4-FFF2-40B4-BE49-F238E27FC236}">
                <a16:creationId xmlns:a16="http://schemas.microsoft.com/office/drawing/2014/main" id="{19A3BF54-7AA8-0382-3585-473A533402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9979" y="3939530"/>
            <a:ext cx="5400040" cy="629920"/>
          </a:xfrm>
          <a:prstGeom prst="rect">
            <a:avLst/>
          </a:prstGeom>
        </p:spPr>
      </p:pic>
      <p:sp>
        <p:nvSpPr>
          <p:cNvPr id="8" name="CuadroTexto 7">
            <a:extLst>
              <a:ext uri="{FF2B5EF4-FFF2-40B4-BE49-F238E27FC236}">
                <a16:creationId xmlns:a16="http://schemas.microsoft.com/office/drawing/2014/main" id="{7255A705-ABD2-D8A4-9683-1F626F3FFF3D}"/>
              </a:ext>
            </a:extLst>
          </p:cNvPr>
          <p:cNvSpPr txBox="1"/>
          <p:nvPr/>
        </p:nvSpPr>
        <p:spPr>
          <a:xfrm>
            <a:off x="3649979" y="3429000"/>
            <a:ext cx="8124334" cy="376834"/>
          </a:xfrm>
          <a:prstGeom prst="rect">
            <a:avLst/>
          </a:prstGeom>
          <a:noFill/>
        </p:spPr>
        <p:txBody>
          <a:bodyPr wrap="square" rtlCol="0">
            <a:spAutoFit/>
          </a:bodyPr>
          <a:lstStyle/>
          <a:p>
            <a:pPr>
              <a:lnSpc>
                <a:spcPct val="150000"/>
              </a:lnSpc>
            </a:pPr>
            <a:r>
              <a:rPr lang="es-ES" dirty="0">
                <a:latin typeface="Times New Roman" panose="02020603050405020304" pitchFamily="18" charset="0"/>
                <a:cs typeface="Times New Roman" panose="02020603050405020304" pitchFamily="18" charset="0"/>
              </a:rPr>
              <a:t>Inicialización del repositorio</a:t>
            </a:r>
          </a:p>
        </p:txBody>
      </p:sp>
      <p:sp>
        <p:nvSpPr>
          <p:cNvPr id="9" name="CuadroTexto 8">
            <a:extLst>
              <a:ext uri="{FF2B5EF4-FFF2-40B4-BE49-F238E27FC236}">
                <a16:creationId xmlns:a16="http://schemas.microsoft.com/office/drawing/2014/main" id="{669AB2AC-C187-C5EB-AB5A-B2B6CC6923CC}"/>
              </a:ext>
            </a:extLst>
          </p:cNvPr>
          <p:cNvSpPr txBox="1"/>
          <p:nvPr/>
        </p:nvSpPr>
        <p:spPr>
          <a:xfrm>
            <a:off x="3649979" y="4731076"/>
            <a:ext cx="8124334" cy="376834"/>
          </a:xfrm>
          <a:prstGeom prst="rect">
            <a:avLst/>
          </a:prstGeom>
          <a:noFill/>
        </p:spPr>
        <p:txBody>
          <a:bodyPr wrap="square" rtlCol="0">
            <a:spAutoFit/>
          </a:bodyPr>
          <a:lstStyle/>
          <a:p>
            <a:pPr>
              <a:lnSpc>
                <a:spcPct val="150000"/>
              </a:lnSpc>
            </a:pPr>
            <a:r>
              <a:rPr lang="es-ES" dirty="0">
                <a:latin typeface="Times New Roman" panose="02020603050405020304" pitchFamily="18" charset="0"/>
                <a:cs typeface="Times New Roman" panose="02020603050405020304" pitchFamily="18" charset="0"/>
              </a:rPr>
              <a:t>Conexión con GitHub y </a:t>
            </a:r>
            <a:r>
              <a:rPr lang="es-ES" dirty="0" err="1">
                <a:latin typeface="Times New Roman" panose="02020603050405020304" pitchFamily="18" charset="0"/>
                <a:cs typeface="Times New Roman" panose="02020603050405020304" pitchFamily="18" charset="0"/>
              </a:rPr>
              <a:t>Push</a:t>
            </a:r>
            <a:r>
              <a:rPr lang="es-ES" dirty="0">
                <a:latin typeface="Times New Roman" panose="02020603050405020304" pitchFamily="18" charset="0"/>
                <a:cs typeface="Times New Roman" panose="02020603050405020304" pitchFamily="18" charset="0"/>
              </a:rPr>
              <a:t> Final</a:t>
            </a:r>
          </a:p>
        </p:txBody>
      </p:sp>
      <p:pic>
        <p:nvPicPr>
          <p:cNvPr id="10" name="Imagen 9" descr="Texto&#10;&#10;El contenido generado por IA puede ser incorrecto.">
            <a:extLst>
              <a:ext uri="{FF2B5EF4-FFF2-40B4-BE49-F238E27FC236}">
                <a16:creationId xmlns:a16="http://schemas.microsoft.com/office/drawing/2014/main" id="{90B74BBA-AFC5-4318-7FB9-AC352DC8C4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74273" y="4757552"/>
            <a:ext cx="5400040" cy="1451610"/>
          </a:xfrm>
          <a:prstGeom prst="rect">
            <a:avLst/>
          </a:prstGeom>
        </p:spPr>
      </p:pic>
    </p:spTree>
    <p:extLst>
      <p:ext uri="{BB962C8B-B14F-4D97-AF65-F5344CB8AC3E}">
        <p14:creationId xmlns:p14="http://schemas.microsoft.com/office/powerpoint/2010/main" val="3234354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E0861064-7B13-0237-616B-17D84EC70C4C}"/>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1EFFD4EE-2D03-EAA2-C421-009917601CC8}"/>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D4A52FFD-0B23-4EC6-64B4-29D5ADE5018B}"/>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11</a:t>
            </a:fld>
            <a:endParaRPr lang="es-ES"/>
          </a:p>
        </p:txBody>
      </p:sp>
      <p:sp>
        <p:nvSpPr>
          <p:cNvPr id="113" name="Google Shape;113;g38483b2d1b8_2_0">
            <a:extLst>
              <a:ext uri="{FF2B5EF4-FFF2-40B4-BE49-F238E27FC236}">
                <a16:creationId xmlns:a16="http://schemas.microsoft.com/office/drawing/2014/main" id="{DA76691A-FB42-3687-5842-E990F59C39A3}"/>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cs typeface="Calibri"/>
                <a:sym typeface="Calibri"/>
              </a:rPr>
              <a:t>Problemas con autenticación de GitHub (Token)</a:t>
            </a:r>
            <a:endParaRPr lang="es-ES" sz="2800" dirty="0"/>
          </a:p>
        </p:txBody>
      </p:sp>
      <p:sp>
        <p:nvSpPr>
          <p:cNvPr id="6" name="CuadroTexto 5">
            <a:extLst>
              <a:ext uri="{FF2B5EF4-FFF2-40B4-BE49-F238E27FC236}">
                <a16:creationId xmlns:a16="http://schemas.microsoft.com/office/drawing/2014/main" id="{473B5A58-84E5-64F1-F11C-DDD55C1837FD}"/>
              </a:ext>
            </a:extLst>
          </p:cNvPr>
          <p:cNvSpPr txBox="1"/>
          <p:nvPr/>
        </p:nvSpPr>
        <p:spPr>
          <a:xfrm>
            <a:off x="9556798" y="1379866"/>
            <a:ext cx="1837095" cy="2120068"/>
          </a:xfrm>
          <a:prstGeom prst="rect">
            <a:avLst/>
          </a:prstGeom>
          <a:noFill/>
        </p:spPr>
        <p:txBody>
          <a:bodyPr wrap="square" rtlCol="0">
            <a:spAutoFit/>
          </a:bodyPr>
          <a:lstStyle/>
          <a:p>
            <a:pPr lvl="1">
              <a:lnSpc>
                <a:spcPct val="150000"/>
              </a:lnSpc>
            </a:pPr>
            <a:r>
              <a:rPr lang="es-ES" sz="1800" dirty="0">
                <a:latin typeface="Times New Roman" panose="02020603050405020304" pitchFamily="18" charset="0"/>
                <a:cs typeface="Times New Roman" panose="02020603050405020304" pitchFamily="18" charset="0"/>
              </a:rPr>
              <a:t>Error de autenticación.</a:t>
            </a:r>
          </a:p>
          <a:p>
            <a:pPr lvl="1">
              <a:lnSpc>
                <a:spcPct val="150000"/>
              </a:lnSpc>
            </a:pPr>
            <a:r>
              <a:rPr lang="es-ES" sz="1800" b="1" dirty="0">
                <a:latin typeface="Times New Roman" panose="02020603050405020304" pitchFamily="18" charset="0"/>
                <a:cs typeface="Times New Roman" panose="02020603050405020304" pitchFamily="18" charset="0"/>
              </a:rPr>
              <a:t>Solución: </a:t>
            </a:r>
            <a:r>
              <a:rPr lang="es-ES" sz="1800" dirty="0">
                <a:latin typeface="Times New Roman" panose="02020603050405020304" pitchFamily="18" charset="0"/>
                <a:cs typeface="Times New Roman" panose="02020603050405020304" pitchFamily="18" charset="0"/>
              </a:rPr>
              <a:t>creación de token personal.</a:t>
            </a:r>
          </a:p>
        </p:txBody>
      </p:sp>
      <p:pic>
        <p:nvPicPr>
          <p:cNvPr id="2" name="Imagen 1" descr="Interfaz de usuario gráfica, Texto, Aplicación, Correo electrónico&#10;&#10;El contenido generado por IA puede ser incorrecto.">
            <a:extLst>
              <a:ext uri="{FF2B5EF4-FFF2-40B4-BE49-F238E27FC236}">
                <a16:creationId xmlns:a16="http://schemas.microsoft.com/office/drawing/2014/main" id="{2CB764AB-6D6A-9736-E54F-CF90A539E0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55314" y="999067"/>
            <a:ext cx="5747614" cy="3231343"/>
          </a:xfrm>
          <a:prstGeom prst="rect">
            <a:avLst/>
          </a:prstGeom>
        </p:spPr>
      </p:pic>
      <p:pic>
        <p:nvPicPr>
          <p:cNvPr id="5" name="Imagen 4" descr="Captura de pantalla de computadora&#10;&#10;El contenido generado por IA puede ser incorrecto.">
            <a:extLst>
              <a:ext uri="{FF2B5EF4-FFF2-40B4-BE49-F238E27FC236}">
                <a16:creationId xmlns:a16="http://schemas.microsoft.com/office/drawing/2014/main" id="{1BD55F97-A554-F848-E873-3F72FF7A987D}"/>
              </a:ext>
            </a:extLst>
          </p:cNvPr>
          <p:cNvPicPr>
            <a:picLocks noChangeAspect="1"/>
          </p:cNvPicPr>
          <p:nvPr/>
        </p:nvPicPr>
        <p:blipFill>
          <a:blip r:embed="rId4" cstate="print">
            <a:extLst>
              <a:ext uri="{28A0092B-C50C-407E-A947-70E740481C1C}">
                <a14:useLocalDpi xmlns:a14="http://schemas.microsoft.com/office/drawing/2010/main" val="0"/>
              </a:ext>
            </a:extLst>
          </a:blip>
          <a:srcRect t="-2097" r="29010"/>
          <a:stretch>
            <a:fillRect/>
          </a:stretch>
        </p:blipFill>
        <p:spPr>
          <a:xfrm>
            <a:off x="3755314" y="5092314"/>
            <a:ext cx="7851835" cy="1463330"/>
          </a:xfrm>
          <a:prstGeom prst="rect">
            <a:avLst/>
          </a:prstGeom>
        </p:spPr>
      </p:pic>
      <p:sp>
        <p:nvSpPr>
          <p:cNvPr id="7" name="CuadroTexto 6">
            <a:extLst>
              <a:ext uri="{FF2B5EF4-FFF2-40B4-BE49-F238E27FC236}">
                <a16:creationId xmlns:a16="http://schemas.microsoft.com/office/drawing/2014/main" id="{7CEED960-0712-127D-A07D-5BC3CD852FD8}"/>
              </a:ext>
            </a:extLst>
          </p:cNvPr>
          <p:cNvSpPr txBox="1"/>
          <p:nvPr/>
        </p:nvSpPr>
        <p:spPr>
          <a:xfrm>
            <a:off x="5397201" y="4465421"/>
            <a:ext cx="6101240" cy="458074"/>
          </a:xfrm>
          <a:prstGeom prst="rect">
            <a:avLst/>
          </a:prstGeom>
          <a:noFill/>
        </p:spPr>
        <p:txBody>
          <a:bodyPr wrap="square" rtlCol="0">
            <a:spAutoFit/>
          </a:bodyPr>
          <a:lstStyle/>
          <a:p>
            <a:pPr>
              <a:lnSpc>
                <a:spcPct val="150000"/>
              </a:lnSpc>
            </a:pPr>
            <a:r>
              <a:rPr lang="es-ES" sz="1800" dirty="0" err="1">
                <a:latin typeface="Times New Roman" panose="02020603050405020304" pitchFamily="18" charset="0"/>
                <a:cs typeface="Times New Roman" panose="02020603050405020304" pitchFamily="18" charset="0"/>
              </a:rPr>
              <a:t>Push</a:t>
            </a:r>
            <a:r>
              <a:rPr lang="es-ES" sz="1800" dirty="0">
                <a:latin typeface="Times New Roman" panose="02020603050405020304" pitchFamily="18" charset="0"/>
                <a:cs typeface="Times New Roman" panose="02020603050405020304" pitchFamily="18" charset="0"/>
              </a:rPr>
              <a:t> realizado correctamente / repositorio sincronizado</a:t>
            </a:r>
          </a:p>
        </p:txBody>
      </p:sp>
    </p:spTree>
    <p:extLst>
      <p:ext uri="{BB962C8B-B14F-4D97-AF65-F5344CB8AC3E}">
        <p14:creationId xmlns:p14="http://schemas.microsoft.com/office/powerpoint/2010/main" val="1077479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046EAF44-FC72-F28A-A713-752A7ABCCF36}"/>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9DD0011E-C850-E615-3FA7-50F72E81E7EC}"/>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8E03F96E-F24F-A867-23CE-B3C6E19AD856}"/>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12</a:t>
            </a:fld>
            <a:endParaRPr lang="es-ES"/>
          </a:p>
        </p:txBody>
      </p:sp>
      <p:sp>
        <p:nvSpPr>
          <p:cNvPr id="113" name="Google Shape;113;g38483b2d1b8_2_0">
            <a:extLst>
              <a:ext uri="{FF2B5EF4-FFF2-40B4-BE49-F238E27FC236}">
                <a16:creationId xmlns:a16="http://schemas.microsoft.com/office/drawing/2014/main" id="{4D7717ED-A97C-4BB4-CF73-C2544C329E0D}"/>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cs typeface="Calibri"/>
                <a:sym typeface="Calibri"/>
              </a:rPr>
              <a:t>Caso Práctico: Gestión de Notas de Alumnos en Python dentro de una Máquina Virtual Ubuntu</a:t>
            </a:r>
            <a:endParaRPr lang="es-ES" sz="2800" dirty="0"/>
          </a:p>
        </p:txBody>
      </p:sp>
      <p:pic>
        <p:nvPicPr>
          <p:cNvPr id="3" name="Imagen 2" descr="Captura de pantalla de computadora&#10;&#10;El contenido generado por IA puede ser incorrecto.">
            <a:extLst>
              <a:ext uri="{FF2B5EF4-FFF2-40B4-BE49-F238E27FC236}">
                <a16:creationId xmlns:a16="http://schemas.microsoft.com/office/drawing/2014/main" id="{BD3747C4-0BB5-346B-AD69-D4709E7845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67766" y="999067"/>
            <a:ext cx="7001086" cy="3746701"/>
          </a:xfrm>
          <a:prstGeom prst="rect">
            <a:avLst/>
          </a:prstGeom>
        </p:spPr>
      </p:pic>
      <p:sp>
        <p:nvSpPr>
          <p:cNvPr id="4" name="CuadroTexto 3">
            <a:extLst>
              <a:ext uri="{FF2B5EF4-FFF2-40B4-BE49-F238E27FC236}">
                <a16:creationId xmlns:a16="http://schemas.microsoft.com/office/drawing/2014/main" id="{3E9CB900-493F-ADF1-8D0D-CF2974F920EF}"/>
              </a:ext>
            </a:extLst>
          </p:cNvPr>
          <p:cNvSpPr txBox="1"/>
          <p:nvPr/>
        </p:nvSpPr>
        <p:spPr>
          <a:xfrm>
            <a:off x="6629478" y="4193289"/>
            <a:ext cx="4591774" cy="2120068"/>
          </a:xfrm>
          <a:prstGeom prst="rect">
            <a:avLst/>
          </a:prstGeom>
          <a:solidFill>
            <a:schemeClr val="bg1"/>
          </a:solidFill>
        </p:spPr>
        <p:txBody>
          <a:bodyPr wrap="square" rtlCol="0">
            <a:spAutoFit/>
          </a:bodyPr>
          <a:lstStyle/>
          <a:p>
            <a:pPr marL="285750" lvl="1" indent="-285750">
              <a:lnSpc>
                <a:spcPct val="150000"/>
              </a:lnSpc>
              <a:buFont typeface="Wingdings" panose="05000000000000000000" pitchFamily="2" charset="2"/>
              <a:buChar char="Ø"/>
            </a:pPr>
            <a:r>
              <a:rPr lang="es-ES" sz="1800" dirty="0">
                <a:latin typeface="Times New Roman" panose="02020603050405020304" pitchFamily="18" charset="0"/>
                <a:cs typeface="Times New Roman" panose="02020603050405020304" pitchFamily="18" charset="0"/>
              </a:rPr>
              <a:t>Desarrollo del script en Python.</a:t>
            </a:r>
          </a:p>
          <a:p>
            <a:pPr marL="285750" lvl="1" indent="-285750">
              <a:lnSpc>
                <a:spcPct val="150000"/>
              </a:lnSpc>
              <a:buFont typeface="Wingdings" panose="05000000000000000000" pitchFamily="2" charset="2"/>
              <a:buChar char="Ø"/>
            </a:pPr>
            <a:r>
              <a:rPr lang="es-ES" sz="1800" dirty="0">
                <a:latin typeface="Times New Roman" panose="02020603050405020304" pitchFamily="18" charset="0"/>
                <a:cs typeface="Times New Roman" panose="02020603050405020304" pitchFamily="18" charset="0"/>
              </a:rPr>
              <a:t>Ejecución y pruebas en la VM Ubuntu.</a:t>
            </a:r>
          </a:p>
          <a:p>
            <a:pPr marL="285750" lvl="1" indent="-285750">
              <a:lnSpc>
                <a:spcPct val="150000"/>
              </a:lnSpc>
              <a:buFont typeface="Wingdings" panose="05000000000000000000" pitchFamily="2" charset="2"/>
              <a:buChar char="Ø"/>
            </a:pPr>
            <a:r>
              <a:rPr lang="es-ES" sz="1800" dirty="0">
                <a:latin typeface="Times New Roman" panose="02020603050405020304" pitchFamily="18" charset="0"/>
                <a:cs typeface="Times New Roman" panose="02020603050405020304" pitchFamily="18" charset="0"/>
              </a:rPr>
              <a:t>Carga de alumnos y cálculo de promedios.</a:t>
            </a:r>
          </a:p>
          <a:p>
            <a:pPr marL="285750" lvl="1" indent="-285750">
              <a:lnSpc>
                <a:spcPct val="150000"/>
              </a:lnSpc>
              <a:buFont typeface="Wingdings" panose="05000000000000000000" pitchFamily="2" charset="2"/>
              <a:buChar char="Ø"/>
            </a:pPr>
            <a:r>
              <a:rPr lang="es-ES" sz="1800" dirty="0">
                <a:latin typeface="Times New Roman" panose="02020603050405020304" pitchFamily="18" charset="0"/>
                <a:cs typeface="Times New Roman" panose="02020603050405020304" pitchFamily="18" charset="0"/>
              </a:rPr>
              <a:t>Validaciones y estadísticas finales.</a:t>
            </a:r>
          </a:p>
          <a:p>
            <a:pPr marL="285750" lvl="1" indent="-285750">
              <a:lnSpc>
                <a:spcPct val="150000"/>
              </a:lnSpc>
              <a:buFont typeface="Wingdings" panose="05000000000000000000" pitchFamily="2" charset="2"/>
              <a:buChar char="Ø"/>
            </a:pPr>
            <a:r>
              <a:rPr lang="es-ES" sz="1800" dirty="0">
                <a:latin typeface="Times New Roman" panose="02020603050405020304" pitchFamily="18" charset="0"/>
                <a:cs typeface="Times New Roman" panose="02020603050405020304" pitchFamily="18" charset="0"/>
              </a:rPr>
              <a:t>Script funcional y probado.</a:t>
            </a:r>
          </a:p>
        </p:txBody>
      </p:sp>
    </p:spTree>
    <p:extLst>
      <p:ext uri="{BB962C8B-B14F-4D97-AF65-F5344CB8AC3E}">
        <p14:creationId xmlns:p14="http://schemas.microsoft.com/office/powerpoint/2010/main" val="3337538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3CC15EDE-34C4-86B9-71E4-D78FA2E64A9F}"/>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70E6E14E-7B6F-CA5B-58EE-EF3241071E40}"/>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45F7B679-E342-E8DE-8046-3AA81ECE5D09}"/>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13</a:t>
            </a:fld>
            <a:endParaRPr lang="es-ES"/>
          </a:p>
        </p:txBody>
      </p:sp>
      <p:sp>
        <p:nvSpPr>
          <p:cNvPr id="113" name="Google Shape;113;g38483b2d1b8_2_0">
            <a:extLst>
              <a:ext uri="{FF2B5EF4-FFF2-40B4-BE49-F238E27FC236}">
                <a16:creationId xmlns:a16="http://schemas.microsoft.com/office/drawing/2014/main" id="{9052C93D-8B4F-7411-070B-57F49D772CB0}"/>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cs typeface="Calibri"/>
                <a:sym typeface="Calibri"/>
              </a:rPr>
              <a:t>Resultados y Pruebas: Ejecución Correcta.</a:t>
            </a:r>
          </a:p>
          <a:p>
            <a:pPr marL="0" marR="0" lvl="0" indent="0" rtl="0">
              <a:spcBef>
                <a:spcPts val="0"/>
              </a:spcBef>
              <a:spcAft>
                <a:spcPts val="0"/>
              </a:spcAft>
              <a:buNone/>
            </a:pPr>
            <a:r>
              <a:rPr lang="es-ES" sz="2800" b="1" dirty="0">
                <a:solidFill>
                  <a:schemeClr val="lt1"/>
                </a:solidFill>
                <a:latin typeface="Calibri"/>
                <a:cs typeface="Calibri"/>
                <a:sym typeface="Calibri"/>
              </a:rPr>
              <a:t>Estadística del Programa.</a:t>
            </a:r>
            <a:endParaRPr lang="es-ES" sz="2800" dirty="0"/>
          </a:p>
        </p:txBody>
      </p:sp>
      <p:pic>
        <p:nvPicPr>
          <p:cNvPr id="5" name="Imagen 4" descr="Captura de pantalla de computadora&#10;&#10;El contenido generado por IA puede ser incorrecto.">
            <a:extLst>
              <a:ext uri="{FF2B5EF4-FFF2-40B4-BE49-F238E27FC236}">
                <a16:creationId xmlns:a16="http://schemas.microsoft.com/office/drawing/2014/main" id="{A48F7CB7-6DE1-1BA5-81D9-B7EE27988B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88187" y="999067"/>
            <a:ext cx="5400040" cy="2889885"/>
          </a:xfrm>
          <a:prstGeom prst="rect">
            <a:avLst/>
          </a:prstGeom>
        </p:spPr>
      </p:pic>
      <p:pic>
        <p:nvPicPr>
          <p:cNvPr id="6" name="Imagen 5" descr="Texto&#10;&#10;El contenido generado por IA puede ser incorrecto.">
            <a:extLst>
              <a:ext uri="{FF2B5EF4-FFF2-40B4-BE49-F238E27FC236}">
                <a16:creationId xmlns:a16="http://schemas.microsoft.com/office/drawing/2014/main" id="{387FAADE-7C72-6FCB-8E5A-5D4FEEA2C4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403789"/>
            <a:ext cx="5400040" cy="3086735"/>
          </a:xfrm>
          <a:prstGeom prst="rect">
            <a:avLst/>
          </a:prstGeom>
        </p:spPr>
      </p:pic>
    </p:spTree>
    <p:extLst>
      <p:ext uri="{BB962C8B-B14F-4D97-AF65-F5344CB8AC3E}">
        <p14:creationId xmlns:p14="http://schemas.microsoft.com/office/powerpoint/2010/main" val="1638065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FA96D06E-71F6-82F3-7773-B1EDB2ED5AC7}"/>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5A42ED75-9143-2673-2C73-B0823061FD1E}"/>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BFB75781-D6FF-FB59-B706-E160017C8540}"/>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14</a:t>
            </a:fld>
            <a:endParaRPr lang="es-ES"/>
          </a:p>
        </p:txBody>
      </p:sp>
      <p:sp>
        <p:nvSpPr>
          <p:cNvPr id="113" name="Google Shape;113;g38483b2d1b8_2_0">
            <a:extLst>
              <a:ext uri="{FF2B5EF4-FFF2-40B4-BE49-F238E27FC236}">
                <a16:creationId xmlns:a16="http://schemas.microsoft.com/office/drawing/2014/main" id="{101FA27D-7B69-C89D-F7EE-D9530C64A5CF}"/>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cs typeface="Calibri"/>
                <a:sym typeface="Calibri"/>
              </a:rPr>
              <a:t>Resultados y Pruebas: </a:t>
            </a:r>
            <a:r>
              <a:rPr lang="es-ES" sz="2800" b="1" dirty="0" err="1">
                <a:solidFill>
                  <a:schemeClr val="lt1"/>
                </a:solidFill>
                <a:latin typeface="Calibri"/>
                <a:cs typeface="Calibri"/>
                <a:sym typeface="Calibri"/>
              </a:rPr>
              <a:t>Commits</a:t>
            </a:r>
            <a:r>
              <a:rPr lang="es-ES" sz="2800" b="1" dirty="0">
                <a:solidFill>
                  <a:schemeClr val="lt1"/>
                </a:solidFill>
                <a:latin typeface="Calibri"/>
                <a:cs typeface="Calibri"/>
                <a:sym typeface="Calibri"/>
              </a:rPr>
              <a:t> realizados</a:t>
            </a:r>
            <a:endParaRPr lang="es-ES" sz="2800" dirty="0"/>
          </a:p>
        </p:txBody>
      </p:sp>
      <p:pic>
        <p:nvPicPr>
          <p:cNvPr id="2" name="Imagen 1" descr="Texto&#10;&#10;El contenido generado por IA puede ser incorrecto.">
            <a:extLst>
              <a:ext uri="{FF2B5EF4-FFF2-40B4-BE49-F238E27FC236}">
                <a16:creationId xmlns:a16="http://schemas.microsoft.com/office/drawing/2014/main" id="{C06300DA-3F6B-8356-7C82-B6B6F33774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5705" y="1381861"/>
            <a:ext cx="8132726" cy="3003868"/>
          </a:xfrm>
          <a:prstGeom prst="rect">
            <a:avLst/>
          </a:prstGeom>
        </p:spPr>
      </p:pic>
      <p:sp>
        <p:nvSpPr>
          <p:cNvPr id="3" name="CuadroTexto 2">
            <a:extLst>
              <a:ext uri="{FF2B5EF4-FFF2-40B4-BE49-F238E27FC236}">
                <a16:creationId xmlns:a16="http://schemas.microsoft.com/office/drawing/2014/main" id="{DE42E38E-9148-6276-2BE1-2B7D92A24C0D}"/>
              </a:ext>
            </a:extLst>
          </p:cNvPr>
          <p:cNvSpPr txBox="1"/>
          <p:nvPr/>
        </p:nvSpPr>
        <p:spPr>
          <a:xfrm>
            <a:off x="4023705" y="4700018"/>
            <a:ext cx="6695095" cy="873572"/>
          </a:xfrm>
          <a:prstGeom prst="rect">
            <a:avLst/>
          </a:prstGeom>
          <a:solidFill>
            <a:schemeClr val="bg1"/>
          </a:solidFill>
        </p:spPr>
        <p:txBody>
          <a:bodyPr wrap="square" rtlCol="0">
            <a:spAutoFit/>
          </a:bodyPr>
          <a:lstStyle/>
          <a:p>
            <a:pPr lvl="1">
              <a:lnSpc>
                <a:spcPct val="150000"/>
              </a:lnSpc>
            </a:pPr>
            <a:r>
              <a:rPr lang="es-ES" sz="1800" dirty="0">
                <a:latin typeface="Times New Roman" panose="02020603050405020304" pitchFamily="18" charset="0"/>
                <a:cs typeface="Times New Roman" panose="02020603050405020304" pitchFamily="18" charset="0"/>
              </a:rPr>
              <a:t>Se agregaron los cambios del script </a:t>
            </a:r>
            <a:r>
              <a:rPr lang="es-ES" sz="1800" b="1" dirty="0">
                <a:latin typeface="Times New Roman" panose="02020603050405020304" pitchFamily="18" charset="0"/>
                <a:cs typeface="Times New Roman" panose="02020603050405020304" pitchFamily="18" charset="0"/>
              </a:rPr>
              <a:t>notas_alumnos.py.</a:t>
            </a:r>
            <a:r>
              <a:rPr lang="es-ES" sz="1800" dirty="0">
                <a:latin typeface="Times New Roman" panose="02020603050405020304" pitchFamily="18" charset="0"/>
                <a:cs typeface="Times New Roman" panose="02020603050405020304" pitchFamily="18" charset="0"/>
              </a:rPr>
              <a:t> Se registró el avance en el repositorio local mediante:</a:t>
            </a:r>
          </a:p>
        </p:txBody>
      </p:sp>
    </p:spTree>
    <p:extLst>
      <p:ext uri="{BB962C8B-B14F-4D97-AF65-F5344CB8AC3E}">
        <p14:creationId xmlns:p14="http://schemas.microsoft.com/office/powerpoint/2010/main" val="2085129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0D39CE13-EE21-F0DC-3895-D1C27FEC04FB}"/>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090D9128-23D1-0024-7587-B21CA5E3EC75}"/>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10065608-D2E2-2E4C-7F57-4B5188E4B26A}"/>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15</a:t>
            </a:fld>
            <a:endParaRPr lang="es-ES"/>
          </a:p>
        </p:txBody>
      </p:sp>
      <p:sp>
        <p:nvSpPr>
          <p:cNvPr id="113" name="Google Shape;113;g38483b2d1b8_2_0">
            <a:extLst>
              <a:ext uri="{FF2B5EF4-FFF2-40B4-BE49-F238E27FC236}">
                <a16:creationId xmlns:a16="http://schemas.microsoft.com/office/drawing/2014/main" id="{1F966E72-8F90-4B8E-1F81-602F6CA6D08F}"/>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cs typeface="Calibri"/>
                <a:sym typeface="Calibri"/>
              </a:rPr>
              <a:t>Dificultades y Soluciones</a:t>
            </a:r>
            <a:endParaRPr lang="es-ES" sz="2800" dirty="0"/>
          </a:p>
        </p:txBody>
      </p:sp>
      <p:sp>
        <p:nvSpPr>
          <p:cNvPr id="3" name="CuadroTexto 2">
            <a:extLst>
              <a:ext uri="{FF2B5EF4-FFF2-40B4-BE49-F238E27FC236}">
                <a16:creationId xmlns:a16="http://schemas.microsoft.com/office/drawing/2014/main" id="{3E8FEB81-5412-0E90-1280-8E4CD5EBA6CD}"/>
              </a:ext>
            </a:extLst>
          </p:cNvPr>
          <p:cNvSpPr txBox="1"/>
          <p:nvPr/>
        </p:nvSpPr>
        <p:spPr>
          <a:xfrm>
            <a:off x="3838735" y="1426730"/>
            <a:ext cx="3562429" cy="1687963"/>
          </a:xfrm>
          <a:prstGeom prst="rect">
            <a:avLst/>
          </a:prstGeom>
          <a:solidFill>
            <a:schemeClr val="bg1"/>
          </a:solidFill>
        </p:spPr>
        <p:txBody>
          <a:bodyPr wrap="square" rtlCol="0">
            <a:spAutoFit/>
          </a:bodyPr>
          <a:lstStyle/>
          <a:p>
            <a:pPr marL="285750" lvl="1" indent="-285750">
              <a:lnSpc>
                <a:spcPct val="150000"/>
              </a:lnSpc>
              <a:buFont typeface="Wingdings" panose="05000000000000000000" pitchFamily="2" charset="2"/>
              <a:buChar char="Ø"/>
            </a:pPr>
            <a:r>
              <a:rPr lang="es-ES" sz="2400" b="1" dirty="0">
                <a:latin typeface="Times New Roman" panose="02020603050405020304" pitchFamily="18" charset="0"/>
                <a:cs typeface="Times New Roman" panose="02020603050405020304" pitchFamily="18" charset="0"/>
              </a:rPr>
              <a:t>ISO incompatible</a:t>
            </a:r>
          </a:p>
          <a:p>
            <a:pPr marL="285750" lvl="1" indent="-285750">
              <a:lnSpc>
                <a:spcPct val="150000"/>
              </a:lnSpc>
              <a:buFont typeface="Wingdings" panose="05000000000000000000" pitchFamily="2" charset="2"/>
              <a:buChar char="Ø"/>
            </a:pPr>
            <a:r>
              <a:rPr lang="es-ES" sz="2400" b="1" dirty="0">
                <a:latin typeface="Times New Roman" panose="02020603050405020304" pitchFamily="18" charset="0"/>
                <a:cs typeface="Times New Roman" panose="02020603050405020304" pitchFamily="18" charset="0"/>
              </a:rPr>
              <a:t>Token de GitHub</a:t>
            </a:r>
          </a:p>
          <a:p>
            <a:pPr marL="285750" lvl="1" indent="-285750">
              <a:lnSpc>
                <a:spcPct val="150000"/>
              </a:lnSpc>
              <a:buFont typeface="Wingdings" panose="05000000000000000000" pitchFamily="2" charset="2"/>
              <a:buChar char="Ø"/>
            </a:pPr>
            <a:r>
              <a:rPr lang="es-ES" sz="2400" b="1" dirty="0">
                <a:latin typeface="Times New Roman" panose="02020603050405020304" pitchFamily="18" charset="0"/>
                <a:cs typeface="Times New Roman" panose="02020603050405020304" pitchFamily="18" charset="0"/>
              </a:rPr>
              <a:t>Teclado de VS </a:t>
            </a:r>
            <a:r>
              <a:rPr lang="es-ES" sz="2400" b="1" dirty="0" err="1">
                <a:latin typeface="Times New Roman" panose="02020603050405020304" pitchFamily="18" charset="0"/>
                <a:cs typeface="Times New Roman" panose="02020603050405020304" pitchFamily="18" charset="0"/>
              </a:rPr>
              <a:t>Code</a:t>
            </a:r>
            <a:endParaRPr lang="es-ES" sz="2400" b="1" dirty="0">
              <a:latin typeface="Times New Roman" panose="02020603050405020304" pitchFamily="18" charset="0"/>
              <a:cs typeface="Times New Roman" panose="02020603050405020304" pitchFamily="18" charset="0"/>
            </a:endParaRPr>
          </a:p>
        </p:txBody>
      </p:sp>
      <p:pic>
        <p:nvPicPr>
          <p:cNvPr id="4" name="Imagen 3" descr="Interfaz de usuario gráfica, Texto, Aplicación, Correo electrónico&#10;&#10;El contenido generado por IA puede ser incorrecto.">
            <a:extLst>
              <a:ext uri="{FF2B5EF4-FFF2-40B4-BE49-F238E27FC236}">
                <a16:creationId xmlns:a16="http://schemas.microsoft.com/office/drawing/2014/main" id="{E5C67B38-3755-197B-16C0-5D0E2BEB90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18225" y="1448818"/>
            <a:ext cx="4188962" cy="1792032"/>
          </a:xfrm>
          <a:prstGeom prst="rect">
            <a:avLst/>
          </a:prstGeom>
        </p:spPr>
      </p:pic>
      <p:pic>
        <p:nvPicPr>
          <p:cNvPr id="5" name="Imagen 4" descr="Interfaz de usuario gráfica, Texto, Aplicación, Correo electrónico&#10;&#10;El contenido generado por IA puede ser incorrecto.">
            <a:extLst>
              <a:ext uri="{FF2B5EF4-FFF2-40B4-BE49-F238E27FC236}">
                <a16:creationId xmlns:a16="http://schemas.microsoft.com/office/drawing/2014/main" id="{046F1A9F-FF7E-44E5-BD6E-9BA1696087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38735" y="3777367"/>
            <a:ext cx="3781265" cy="2027583"/>
          </a:xfrm>
          <a:prstGeom prst="rect">
            <a:avLst/>
          </a:prstGeom>
        </p:spPr>
      </p:pic>
      <p:sp>
        <p:nvSpPr>
          <p:cNvPr id="6" name="CuadroTexto 5">
            <a:extLst>
              <a:ext uri="{FF2B5EF4-FFF2-40B4-BE49-F238E27FC236}">
                <a16:creationId xmlns:a16="http://schemas.microsoft.com/office/drawing/2014/main" id="{CE546FC1-0124-D3BB-45FF-083BC5F7A1A1}"/>
              </a:ext>
            </a:extLst>
          </p:cNvPr>
          <p:cNvSpPr txBox="1"/>
          <p:nvPr/>
        </p:nvSpPr>
        <p:spPr>
          <a:xfrm>
            <a:off x="8280400" y="4329493"/>
            <a:ext cx="3070500" cy="923330"/>
          </a:xfrm>
          <a:prstGeom prst="rect">
            <a:avLst/>
          </a:prstGeom>
          <a:noFill/>
        </p:spPr>
        <p:txBody>
          <a:bodyPr wrap="square" rtlCol="0">
            <a:spAutoFit/>
          </a:bodyPr>
          <a:lstStyle/>
          <a:p>
            <a:r>
              <a:rPr lang="es-ES" sz="5400" dirty="0">
                <a:solidFill>
                  <a:schemeClr val="accent2"/>
                </a:solidFill>
              </a:rPr>
              <a:t># ~ {} []</a:t>
            </a:r>
          </a:p>
        </p:txBody>
      </p:sp>
    </p:spTree>
    <p:extLst>
      <p:ext uri="{BB962C8B-B14F-4D97-AF65-F5344CB8AC3E}">
        <p14:creationId xmlns:p14="http://schemas.microsoft.com/office/powerpoint/2010/main" val="2355016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DA5E5AF8-E32D-0F88-9F72-9E48FFC02DF2}"/>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C94AFF4C-F5DE-6306-8A94-602299DE01C3}"/>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1AABF823-E2F9-9AAC-B8E4-F7B41BFB55D8}"/>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16</a:t>
            </a:fld>
            <a:endParaRPr lang="es-ES"/>
          </a:p>
        </p:txBody>
      </p:sp>
      <p:sp>
        <p:nvSpPr>
          <p:cNvPr id="113" name="Google Shape;113;g38483b2d1b8_2_0">
            <a:extLst>
              <a:ext uri="{FF2B5EF4-FFF2-40B4-BE49-F238E27FC236}">
                <a16:creationId xmlns:a16="http://schemas.microsoft.com/office/drawing/2014/main" id="{A57EAB4C-AF5F-22DB-64C7-187ECBEF2563}"/>
              </a:ext>
            </a:extLst>
          </p:cNvPr>
          <p:cNvSpPr/>
          <p:nvPr/>
        </p:nvSpPr>
        <p:spPr>
          <a:xfrm>
            <a:off x="417687" y="999067"/>
            <a:ext cx="3070500" cy="5556600"/>
          </a:xfrm>
          <a:prstGeom prst="rect">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rtl="0">
              <a:spcBef>
                <a:spcPts val="0"/>
              </a:spcBef>
              <a:spcAft>
                <a:spcPts val="0"/>
              </a:spcAft>
              <a:buNone/>
            </a:pPr>
            <a:r>
              <a:rPr lang="es-ES" sz="2800" b="1" dirty="0">
                <a:solidFill>
                  <a:schemeClr val="lt1"/>
                </a:solidFill>
                <a:latin typeface="Calibri"/>
                <a:cs typeface="Calibri"/>
                <a:sym typeface="Calibri"/>
              </a:rPr>
              <a:t>Conclusiones</a:t>
            </a:r>
            <a:endParaRPr lang="es-ES" sz="2800" dirty="0"/>
          </a:p>
        </p:txBody>
      </p:sp>
      <p:sp>
        <p:nvSpPr>
          <p:cNvPr id="2" name="CuadroTexto 1">
            <a:extLst>
              <a:ext uri="{FF2B5EF4-FFF2-40B4-BE49-F238E27FC236}">
                <a16:creationId xmlns:a16="http://schemas.microsoft.com/office/drawing/2014/main" id="{94CB8B23-0494-BA62-7934-20AEF57967F2}"/>
              </a:ext>
            </a:extLst>
          </p:cNvPr>
          <p:cNvSpPr txBox="1"/>
          <p:nvPr/>
        </p:nvSpPr>
        <p:spPr>
          <a:xfrm>
            <a:off x="3657599" y="999067"/>
            <a:ext cx="7849693" cy="502855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s-ES" sz="1800" dirty="0">
                <a:latin typeface="Times New Roman" panose="02020603050405020304" pitchFamily="18" charset="0"/>
                <a:cs typeface="Times New Roman" panose="02020603050405020304" pitchFamily="18" charset="0"/>
              </a:rPr>
              <a:t>Se integraron los contenidos de virtualización, administración de Linux y Programación en Python dentro de un entorno práctico y controlado.</a:t>
            </a:r>
          </a:p>
          <a:p>
            <a:pPr marL="285750" indent="-285750" algn="just">
              <a:lnSpc>
                <a:spcPct val="150000"/>
              </a:lnSpc>
              <a:buFont typeface="Wingdings" panose="05000000000000000000" pitchFamily="2" charset="2"/>
              <a:buChar char="Ø"/>
            </a:pPr>
            <a:r>
              <a:rPr lang="es-ES" sz="1800" dirty="0">
                <a:latin typeface="Times New Roman" panose="02020603050405020304" pitchFamily="18" charset="0"/>
                <a:cs typeface="Times New Roman" panose="02020603050405020304" pitchFamily="18" charset="0"/>
              </a:rPr>
              <a:t>La instalación y configuración de la máquina virtual permitió comprender los desafíos reales de compatibilidad entre versiones de Ubuntu y VirtualBox.</a:t>
            </a:r>
          </a:p>
          <a:p>
            <a:pPr marL="285750" indent="-285750" algn="just">
              <a:lnSpc>
                <a:spcPct val="150000"/>
              </a:lnSpc>
              <a:buFont typeface="Wingdings" panose="05000000000000000000" pitchFamily="2" charset="2"/>
              <a:buChar char="Ø"/>
            </a:pPr>
            <a:r>
              <a:rPr lang="es-ES" sz="1800" dirty="0">
                <a:latin typeface="Times New Roman" panose="02020603050405020304" pitchFamily="18" charset="0"/>
                <a:cs typeface="Times New Roman" panose="02020603050405020304" pitchFamily="18" charset="0"/>
              </a:rPr>
              <a:t>La configuración de Git y GitHub, junto con los problemas del token de autenticación, aportaron una experiencia concreta sobre buenas prácticas de seguridad y control de versiones.</a:t>
            </a:r>
          </a:p>
          <a:p>
            <a:pPr marL="285750" indent="-285750" algn="just">
              <a:lnSpc>
                <a:spcPct val="150000"/>
              </a:lnSpc>
              <a:buFont typeface="Wingdings" panose="05000000000000000000" pitchFamily="2" charset="2"/>
              <a:buChar char="Ø"/>
            </a:pPr>
            <a:r>
              <a:rPr lang="es-ES" sz="1800" dirty="0">
                <a:latin typeface="Times New Roman" panose="02020603050405020304" pitchFamily="18" charset="0"/>
                <a:cs typeface="Times New Roman" panose="02020603050405020304" pitchFamily="18" charset="0"/>
              </a:rPr>
              <a:t>El caso práctico en Python validó el funcionamiento del entorno virtual y reforzó conceptos de programación, pruebas y depuración.</a:t>
            </a:r>
          </a:p>
          <a:p>
            <a:pPr marL="285750" indent="-285750" algn="just">
              <a:lnSpc>
                <a:spcPct val="150000"/>
              </a:lnSpc>
              <a:buFont typeface="Wingdings" panose="05000000000000000000" pitchFamily="2" charset="2"/>
              <a:buChar char="Ø"/>
            </a:pPr>
            <a:r>
              <a:rPr lang="es-ES" sz="1800" dirty="0">
                <a:latin typeface="Times New Roman" panose="02020603050405020304" pitchFamily="18" charset="0"/>
                <a:cs typeface="Times New Roman" panose="02020603050405020304" pitchFamily="18" charset="0"/>
              </a:rPr>
              <a:t>El trabajo permitió adquirir habilidades aplicables al ámbito profesional: gestión de entornos, uso de herramientas de desarrollo y trabajo con repositorios remotos.</a:t>
            </a:r>
          </a:p>
        </p:txBody>
      </p:sp>
    </p:spTree>
    <p:extLst>
      <p:ext uri="{BB962C8B-B14F-4D97-AF65-F5344CB8AC3E}">
        <p14:creationId xmlns:p14="http://schemas.microsoft.com/office/powerpoint/2010/main" val="1681981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a:extLst>
            <a:ext uri="{FF2B5EF4-FFF2-40B4-BE49-F238E27FC236}">
              <a16:creationId xmlns:a16="http://schemas.microsoft.com/office/drawing/2014/main" id="{3BC3F63C-FDAD-3F0F-A326-4FCC34D60BC5}"/>
            </a:ext>
          </a:extLst>
        </p:cNvPr>
        <p:cNvGrpSpPr/>
        <p:nvPr/>
      </p:nvGrpSpPr>
      <p:grpSpPr>
        <a:xfrm>
          <a:off x="0" y="0"/>
          <a:ext cx="0" cy="0"/>
          <a:chOff x="0" y="0"/>
          <a:chExt cx="0" cy="0"/>
        </a:xfrm>
      </p:grpSpPr>
      <p:sp>
        <p:nvSpPr>
          <p:cNvPr id="111" name="Google Shape;111;g38483b2d1b8_2_0">
            <a:extLst>
              <a:ext uri="{FF2B5EF4-FFF2-40B4-BE49-F238E27FC236}">
                <a16:creationId xmlns:a16="http://schemas.microsoft.com/office/drawing/2014/main" id="{CA6F0774-A33C-3455-27FE-32C31D156B63}"/>
              </a:ext>
            </a:extLst>
          </p:cNvPr>
          <p:cNvSpPr txBox="1"/>
          <p:nvPr/>
        </p:nvSpPr>
        <p:spPr>
          <a:xfrm>
            <a:off x="417687" y="302356"/>
            <a:ext cx="11089500" cy="461700"/>
          </a:xfrm>
          <a:prstGeom prst="rect">
            <a:avLst/>
          </a:prstGeom>
          <a:solidFill>
            <a:srgbClr val="0066FF"/>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Calibri"/>
              <a:buNone/>
            </a:pPr>
            <a:r>
              <a:rPr lang="es-ES" sz="2400" b="1" i="0" u="none" strike="noStrike" cap="none">
                <a:solidFill>
                  <a:srgbClr val="FFFFFF"/>
                </a:solidFill>
                <a:latin typeface="Calibri"/>
                <a:ea typeface="Calibri"/>
                <a:cs typeface="Calibri"/>
                <a:sym typeface="Calibri"/>
              </a:rPr>
              <a:t>Tecnicatura Universitaria en Programación a Distancia</a:t>
            </a:r>
          </a:p>
        </p:txBody>
      </p:sp>
      <p:sp>
        <p:nvSpPr>
          <p:cNvPr id="112" name="Google Shape;112;g38483b2d1b8_2_0">
            <a:extLst>
              <a:ext uri="{FF2B5EF4-FFF2-40B4-BE49-F238E27FC236}">
                <a16:creationId xmlns:a16="http://schemas.microsoft.com/office/drawing/2014/main" id="{DC210CE5-4B71-066B-AD3A-67E8BDFAE3EC}"/>
              </a:ext>
            </a:extLst>
          </p:cNvPr>
          <p:cNvSpPr txBox="1">
            <a:spLocks noGrp="1"/>
          </p:cNvSpPr>
          <p:nvPr>
            <p:ph type="sldNum" idx="12"/>
          </p:nvPr>
        </p:nvSpPr>
        <p:spPr>
          <a:xfrm>
            <a:off x="11648431" y="6490524"/>
            <a:ext cx="457200" cy="336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s-ES" smtClean="0"/>
              <a:t>17</a:t>
            </a:fld>
            <a:endParaRPr lang="es-ES"/>
          </a:p>
        </p:txBody>
      </p:sp>
      <p:sp>
        <p:nvSpPr>
          <p:cNvPr id="2" name="CuadroTexto 1">
            <a:extLst>
              <a:ext uri="{FF2B5EF4-FFF2-40B4-BE49-F238E27FC236}">
                <a16:creationId xmlns:a16="http://schemas.microsoft.com/office/drawing/2014/main" id="{4EBCAF9F-B9B0-79AE-506D-12259E5E9D36}"/>
              </a:ext>
            </a:extLst>
          </p:cNvPr>
          <p:cNvSpPr txBox="1"/>
          <p:nvPr/>
        </p:nvSpPr>
        <p:spPr>
          <a:xfrm>
            <a:off x="2916786" y="2211006"/>
            <a:ext cx="6091302" cy="2435988"/>
          </a:xfrm>
          <a:prstGeom prst="rect">
            <a:avLst/>
          </a:prstGeom>
          <a:noFill/>
        </p:spPr>
        <p:txBody>
          <a:bodyPr wrap="square" rtlCol="0">
            <a:spAutoFit/>
          </a:bodyPr>
          <a:lstStyle/>
          <a:p>
            <a:pPr algn="ctr">
              <a:lnSpc>
                <a:spcPct val="150000"/>
              </a:lnSpc>
            </a:pPr>
            <a:r>
              <a:rPr lang="es-ES" sz="5400" b="1" dirty="0">
                <a:latin typeface="Times New Roman" panose="02020603050405020304" pitchFamily="18" charset="0"/>
                <a:cs typeface="Times New Roman" panose="02020603050405020304" pitchFamily="18" charset="0"/>
              </a:rPr>
              <a:t>¡Muchas gracias por la atención!</a:t>
            </a:r>
          </a:p>
        </p:txBody>
      </p:sp>
    </p:spTree>
    <p:extLst>
      <p:ext uri="{BB962C8B-B14F-4D97-AF65-F5344CB8AC3E}">
        <p14:creationId xmlns:p14="http://schemas.microsoft.com/office/powerpoint/2010/main" val="3271345649"/>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1534</TotalTime>
  <Words>883</Words>
  <Application>Microsoft Office PowerPoint</Application>
  <PresentationFormat>Panorámica</PresentationFormat>
  <Paragraphs>102</Paragraphs>
  <Slides>17</Slides>
  <Notes>17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17</vt:i4>
      </vt:variant>
    </vt:vector>
  </HeadingPairs>
  <TitlesOfParts>
    <vt:vector size="23" baseType="lpstr">
      <vt:lpstr>Arial</vt:lpstr>
      <vt:lpstr>Britannic Bold</vt:lpstr>
      <vt:lpstr>Calibri</vt:lpstr>
      <vt:lpstr>Times New Roman</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Fernando Picco</dc:creator>
  <cp:lastModifiedBy>Fernando Picco</cp:lastModifiedBy>
  <cp:revision>1</cp:revision>
  <dcterms:created xsi:type="dcterms:W3CDTF">2025-09-21T17:49:30Z</dcterms:created>
  <dcterms:modified xsi:type="dcterms:W3CDTF">2025-11-22T05:07:16Z</dcterms:modified>
</cp:coreProperties>
</file>